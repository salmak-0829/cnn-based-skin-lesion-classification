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6" r:id="rId2"/>
  </p:sldIdLst>
  <p:sldSz cx="25199975" cy="32399288"/>
  <p:notesSz cx="6715125" cy="9239250"/>
  <p:defaultTextStyle>
    <a:defPPr>
      <a:defRPr lang="en-US"/>
    </a:defPPr>
    <a:lvl1pPr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15:guide id="1" orient="horz" pos="4760">
          <p15:clr>
            <a:srgbClr val="A4A3A4"/>
          </p15:clr>
        </p15:guide>
        <p15:guide id="2" orient="horz" pos="19877">
          <p15:clr>
            <a:srgbClr val="A4A3A4"/>
          </p15:clr>
        </p15:guide>
        <p15:guide id="3" orient="horz" pos="2114">
          <p15:clr>
            <a:srgbClr val="A4A3A4"/>
          </p15:clr>
        </p15:guide>
        <p15:guide id="4" pos="79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A098D"/>
    <a:srgbClr val="E8AAE1"/>
    <a:srgbClr val="002164"/>
    <a:srgbClr val="003399"/>
    <a:srgbClr val="E5164A"/>
    <a:srgbClr val="B21020"/>
    <a:srgbClr val="C0C0C0"/>
    <a:srgbClr val="0046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7772" autoAdjust="0"/>
  </p:normalViewPr>
  <p:slideViewPr>
    <p:cSldViewPr snapToGrid="0">
      <p:cViewPr>
        <p:scale>
          <a:sx n="33" d="100"/>
          <a:sy n="33" d="100"/>
        </p:scale>
        <p:origin x="1248" y="19"/>
      </p:cViewPr>
      <p:guideLst>
        <p:guide orient="horz" pos="4760"/>
        <p:guide orient="horz" pos="19877"/>
        <p:guide orient="horz" pos="2114"/>
        <p:guide pos="793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B7764B4-3171-D276-3B60-5CACE55E1AC4}"/>
              </a:ext>
            </a:extLst>
          </p:cNvPr>
          <p:cNvSpPr>
            <a:spLocks noGrp="1" noChangeArrowheads="1"/>
          </p:cNvSpPr>
          <p:nvPr>
            <p:ph type="hdr" sz="quarter"/>
          </p:nvPr>
        </p:nvSpPr>
        <p:spPr bwMode="auto">
          <a:xfrm>
            <a:off x="0" y="0"/>
            <a:ext cx="2909888" cy="461963"/>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fontAlgn="auto" hangingPunct="1">
              <a:spcBef>
                <a:spcPts val="0"/>
              </a:spcBef>
              <a:spcAft>
                <a:spcPts val="0"/>
              </a:spcAft>
              <a:defRPr sz="1200">
                <a:latin typeface="Arial" charset="0"/>
                <a:cs typeface="+mn-cs"/>
              </a:defRPr>
            </a:lvl1pPr>
          </a:lstStyle>
          <a:p>
            <a:pPr>
              <a:defRPr/>
            </a:pPr>
            <a:endParaRPr lang="en-US" altLang="en-US" dirty="0"/>
          </a:p>
        </p:txBody>
      </p:sp>
      <p:sp>
        <p:nvSpPr>
          <p:cNvPr id="3075" name="Rectangle 3">
            <a:extLst>
              <a:ext uri="{FF2B5EF4-FFF2-40B4-BE49-F238E27FC236}">
                <a16:creationId xmlns:a16="http://schemas.microsoft.com/office/drawing/2014/main" id="{46CB8056-55E1-6187-D0A2-51BAA1A2BD9B}"/>
              </a:ext>
            </a:extLst>
          </p:cNvPr>
          <p:cNvSpPr>
            <a:spLocks noGrp="1" noChangeArrowheads="1"/>
          </p:cNvSpPr>
          <p:nvPr>
            <p:ph type="dt" idx="1"/>
          </p:nvPr>
        </p:nvSpPr>
        <p:spPr bwMode="auto">
          <a:xfrm>
            <a:off x="3803650" y="0"/>
            <a:ext cx="2909888" cy="461963"/>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Arial" charset="0"/>
                <a:cs typeface="+mn-cs"/>
              </a:defRPr>
            </a:lvl1pPr>
          </a:lstStyle>
          <a:p>
            <a:pPr>
              <a:defRPr/>
            </a:pPr>
            <a:endParaRPr lang="en-US" altLang="en-US" dirty="0"/>
          </a:p>
        </p:txBody>
      </p:sp>
      <p:sp>
        <p:nvSpPr>
          <p:cNvPr id="2052" name="Rectangle 4">
            <a:extLst>
              <a:ext uri="{FF2B5EF4-FFF2-40B4-BE49-F238E27FC236}">
                <a16:creationId xmlns:a16="http://schemas.microsoft.com/office/drawing/2014/main" id="{E4BD0E3B-DEEC-2A18-BC7F-A0B3A4B1FB57}"/>
              </a:ext>
            </a:extLst>
          </p:cNvPr>
          <p:cNvSpPr>
            <a:spLocks noGrp="1" noRot="1" noChangeAspect="1" noChangeArrowheads="1" noTextEdit="1"/>
          </p:cNvSpPr>
          <p:nvPr>
            <p:ph type="sldImg" idx="2"/>
          </p:nvPr>
        </p:nvSpPr>
        <p:spPr bwMode="auto">
          <a:xfrm>
            <a:off x="2011363" y="692150"/>
            <a:ext cx="2693987" cy="3465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077" name="Rectangle 5">
            <a:extLst>
              <a:ext uri="{FF2B5EF4-FFF2-40B4-BE49-F238E27FC236}">
                <a16:creationId xmlns:a16="http://schemas.microsoft.com/office/drawing/2014/main" id="{997D17BA-2D15-8F2B-0F83-54E305FFC03F}"/>
              </a:ext>
            </a:extLst>
          </p:cNvPr>
          <p:cNvSpPr>
            <a:spLocks noGrp="1" noChangeArrowheads="1"/>
          </p:cNvSpPr>
          <p:nvPr>
            <p:ph type="body" sz="quarter" idx="3"/>
          </p:nvPr>
        </p:nvSpPr>
        <p:spPr bwMode="auto">
          <a:xfrm>
            <a:off x="671513" y="4389438"/>
            <a:ext cx="5372100" cy="4157662"/>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47E2101D-3771-2EF9-11A0-D39B419364DB}"/>
              </a:ext>
            </a:extLst>
          </p:cNvPr>
          <p:cNvSpPr>
            <a:spLocks noGrp="1" noChangeArrowheads="1"/>
          </p:cNvSpPr>
          <p:nvPr>
            <p:ph type="ftr" sz="quarter" idx="4"/>
          </p:nvPr>
        </p:nvSpPr>
        <p:spPr bwMode="auto">
          <a:xfrm>
            <a:off x="0" y="8775700"/>
            <a:ext cx="2909888" cy="4619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fontAlgn="auto" hangingPunct="1">
              <a:spcBef>
                <a:spcPts val="0"/>
              </a:spcBef>
              <a:spcAft>
                <a:spcPts val="0"/>
              </a:spcAft>
              <a:defRPr sz="1200">
                <a:latin typeface="Arial" charset="0"/>
                <a:cs typeface="+mn-cs"/>
              </a:defRPr>
            </a:lvl1pPr>
          </a:lstStyle>
          <a:p>
            <a:pPr>
              <a:defRPr/>
            </a:pPr>
            <a:endParaRPr lang="en-US" altLang="en-US" dirty="0"/>
          </a:p>
        </p:txBody>
      </p:sp>
      <p:sp>
        <p:nvSpPr>
          <p:cNvPr id="3079" name="Rectangle 7">
            <a:extLst>
              <a:ext uri="{FF2B5EF4-FFF2-40B4-BE49-F238E27FC236}">
                <a16:creationId xmlns:a16="http://schemas.microsoft.com/office/drawing/2014/main" id="{07ACE460-2E1C-D964-EA64-45C8E224FD8A}"/>
              </a:ext>
            </a:extLst>
          </p:cNvPr>
          <p:cNvSpPr>
            <a:spLocks noGrp="1" noChangeArrowheads="1"/>
          </p:cNvSpPr>
          <p:nvPr>
            <p:ph type="sldNum" sz="quarter" idx="5"/>
          </p:nvPr>
        </p:nvSpPr>
        <p:spPr bwMode="auto">
          <a:xfrm>
            <a:off x="3803650" y="8775700"/>
            <a:ext cx="2909888" cy="4619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2169B734-1438-4933-903B-01CC5D306A8E}"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00" kern="1200">
        <a:solidFill>
          <a:schemeClr val="tx1"/>
        </a:solidFill>
        <a:latin typeface="Arial" charset="0"/>
        <a:ea typeface="+mn-ea"/>
        <a:cs typeface="+mn-cs"/>
      </a:defRPr>
    </a:lvl1pPr>
    <a:lvl2pPr marL="430213" algn="l" rtl="0" eaLnBrk="0" fontAlgn="base" hangingPunct="0">
      <a:spcBef>
        <a:spcPct val="30000"/>
      </a:spcBef>
      <a:spcAft>
        <a:spcPct val="0"/>
      </a:spcAft>
      <a:defRPr sz="1100" kern="1200">
        <a:solidFill>
          <a:schemeClr val="tx1"/>
        </a:solidFill>
        <a:latin typeface="Arial" charset="0"/>
        <a:ea typeface="+mn-ea"/>
        <a:cs typeface="+mn-cs"/>
      </a:defRPr>
    </a:lvl2pPr>
    <a:lvl3pPr marL="860425" algn="l" rtl="0" eaLnBrk="0" fontAlgn="base" hangingPunct="0">
      <a:spcBef>
        <a:spcPct val="30000"/>
      </a:spcBef>
      <a:spcAft>
        <a:spcPct val="0"/>
      </a:spcAft>
      <a:defRPr sz="1100" kern="1200">
        <a:solidFill>
          <a:schemeClr val="tx1"/>
        </a:solidFill>
        <a:latin typeface="Arial" charset="0"/>
        <a:ea typeface="+mn-ea"/>
        <a:cs typeface="+mn-cs"/>
      </a:defRPr>
    </a:lvl3pPr>
    <a:lvl4pPr marL="1290638" algn="l" rtl="0" eaLnBrk="0" fontAlgn="base" hangingPunct="0">
      <a:spcBef>
        <a:spcPct val="30000"/>
      </a:spcBef>
      <a:spcAft>
        <a:spcPct val="0"/>
      </a:spcAft>
      <a:defRPr sz="1100" kern="1200">
        <a:solidFill>
          <a:schemeClr val="tx1"/>
        </a:solidFill>
        <a:latin typeface="Arial" charset="0"/>
        <a:ea typeface="+mn-ea"/>
        <a:cs typeface="+mn-cs"/>
      </a:defRPr>
    </a:lvl4pPr>
    <a:lvl5pPr marL="1720850" algn="l" rtl="0" eaLnBrk="0" fontAlgn="base" hangingPunct="0">
      <a:spcBef>
        <a:spcPct val="30000"/>
      </a:spcBef>
      <a:spcAft>
        <a:spcPct val="0"/>
      </a:spcAft>
      <a:defRPr sz="1100" kern="1200">
        <a:solidFill>
          <a:schemeClr val="tx1"/>
        </a:solidFill>
        <a:latin typeface="Arial" charset="0"/>
        <a:ea typeface="+mn-ea"/>
        <a:cs typeface="+mn-cs"/>
      </a:defRPr>
    </a:lvl5pPr>
    <a:lvl6pPr marL="2151355" algn="l" defTabSz="860542" rtl="0" eaLnBrk="1" latinLnBrk="0" hangingPunct="1">
      <a:defRPr sz="1129" kern="1200">
        <a:solidFill>
          <a:schemeClr val="tx1"/>
        </a:solidFill>
        <a:latin typeface="+mn-lt"/>
        <a:ea typeface="+mn-ea"/>
        <a:cs typeface="+mn-cs"/>
      </a:defRPr>
    </a:lvl6pPr>
    <a:lvl7pPr marL="2581626" algn="l" defTabSz="860542" rtl="0" eaLnBrk="1" latinLnBrk="0" hangingPunct="1">
      <a:defRPr sz="1129" kern="1200">
        <a:solidFill>
          <a:schemeClr val="tx1"/>
        </a:solidFill>
        <a:latin typeface="+mn-lt"/>
        <a:ea typeface="+mn-ea"/>
        <a:cs typeface="+mn-cs"/>
      </a:defRPr>
    </a:lvl7pPr>
    <a:lvl8pPr marL="3011896" algn="l" defTabSz="860542" rtl="0" eaLnBrk="1" latinLnBrk="0" hangingPunct="1">
      <a:defRPr sz="1129" kern="1200">
        <a:solidFill>
          <a:schemeClr val="tx1"/>
        </a:solidFill>
        <a:latin typeface="+mn-lt"/>
        <a:ea typeface="+mn-ea"/>
        <a:cs typeface="+mn-cs"/>
      </a:defRPr>
    </a:lvl8pPr>
    <a:lvl9pPr marL="3442167" algn="l" defTabSz="860542" rtl="0" eaLnBrk="1" latinLnBrk="0" hangingPunct="1">
      <a:defRPr sz="112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5E1F0DC9-0F8E-FD16-E414-631F4A6F38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Arial" panose="020B0604020202020204" pitchFamily="34" charset="0"/>
              </a:defRPr>
            </a:lvl1pPr>
            <a:lvl2pPr marL="742950" indent="-285750">
              <a:spcBef>
                <a:spcPct val="30000"/>
              </a:spcBef>
              <a:defRPr sz="1100">
                <a:solidFill>
                  <a:schemeClr val="tx1"/>
                </a:solidFill>
                <a:latin typeface="Arial" panose="020B0604020202020204" pitchFamily="34" charset="0"/>
              </a:defRPr>
            </a:lvl2pPr>
            <a:lvl3pPr marL="1143000" indent="-228600">
              <a:spcBef>
                <a:spcPct val="30000"/>
              </a:spcBef>
              <a:defRPr sz="1100">
                <a:solidFill>
                  <a:schemeClr val="tx1"/>
                </a:solidFill>
                <a:latin typeface="Arial" panose="020B0604020202020204" pitchFamily="34" charset="0"/>
              </a:defRPr>
            </a:lvl3pPr>
            <a:lvl4pPr marL="1600200" indent="-228600">
              <a:spcBef>
                <a:spcPct val="30000"/>
              </a:spcBef>
              <a:defRPr sz="1100">
                <a:solidFill>
                  <a:schemeClr val="tx1"/>
                </a:solidFill>
                <a:latin typeface="Arial" panose="020B0604020202020204" pitchFamily="34" charset="0"/>
              </a:defRPr>
            </a:lvl4pPr>
            <a:lvl5pPr marL="2057400" indent="-228600">
              <a:spcBef>
                <a:spcPct val="30000"/>
              </a:spcBef>
              <a:defRPr sz="11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1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1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1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100">
                <a:solidFill>
                  <a:schemeClr val="tx1"/>
                </a:solidFill>
                <a:latin typeface="Arial" panose="020B0604020202020204" pitchFamily="34" charset="0"/>
              </a:defRPr>
            </a:lvl9pPr>
          </a:lstStyle>
          <a:p>
            <a:pPr fontAlgn="base">
              <a:spcBef>
                <a:spcPct val="0"/>
              </a:spcBef>
              <a:spcAft>
                <a:spcPct val="0"/>
              </a:spcAft>
            </a:pPr>
            <a:fld id="{F9D50EB0-7B79-4BFA-9DD3-4EADFF768746}" type="slidenum">
              <a:rPr lang="en-US" altLang="en-US" sz="1200" smtClean="0">
                <a:cs typeface="Arial" panose="020B0604020202020204" pitchFamily="34" charset="0"/>
              </a:rPr>
              <a:pPr fontAlgn="base">
                <a:spcBef>
                  <a:spcPct val="0"/>
                </a:spcBef>
                <a:spcAft>
                  <a:spcPct val="0"/>
                </a:spcAft>
              </a:pPr>
              <a:t>1</a:t>
            </a:fld>
            <a:endParaRPr lang="en-US" altLang="en-US" sz="1200" dirty="0">
              <a:cs typeface="Arial" panose="020B0604020202020204" pitchFamily="34" charset="0"/>
            </a:endParaRPr>
          </a:p>
        </p:txBody>
      </p:sp>
      <p:sp>
        <p:nvSpPr>
          <p:cNvPr id="3075" name="Rectangle 2">
            <a:extLst>
              <a:ext uri="{FF2B5EF4-FFF2-40B4-BE49-F238E27FC236}">
                <a16:creationId xmlns:a16="http://schemas.microsoft.com/office/drawing/2014/main" id="{ED43A8B9-FB68-50D4-5F3F-97CDC487EEC7}"/>
              </a:ext>
            </a:extLst>
          </p:cNvPr>
          <p:cNvSpPr>
            <a:spLocks noGrp="1" noRot="1" noChangeAspect="1" noChangeArrowheads="1" noTextEdit="1"/>
          </p:cNvSpPr>
          <p:nvPr>
            <p:ph type="sldImg"/>
          </p:nvPr>
        </p:nvSpPr>
        <p:spPr>
          <a:ln/>
        </p:spPr>
        <p:txBody>
          <a:bodyPr vert="horz" wrap="square" lIns="91440" tIns="45720" rIns="91440" bIns="45720" numCol="1" anchor="t" anchorCtr="0" compatLnSpc="1">
            <a:prstTxWarp prst="textNoShape">
              <a:avLst/>
            </a:prstTxWarp>
          </a:bodyPr>
          <a:lstStyle/>
          <a:p>
            <a:endParaRPr lang="en-US" dirty="0"/>
          </a:p>
        </p:txBody>
      </p:sp>
      <p:sp>
        <p:nvSpPr>
          <p:cNvPr id="4100" name="Rectangle 3">
            <a:extLst>
              <a:ext uri="{FF2B5EF4-FFF2-40B4-BE49-F238E27FC236}">
                <a16:creationId xmlns:a16="http://schemas.microsoft.com/office/drawing/2014/main" id="{E89170DA-1643-8007-8246-8F44814883F9}"/>
              </a:ext>
            </a:extLst>
          </p:cNvPr>
          <p:cNvSpPr>
            <a:spLocks noGrp="1" noChangeArrowheads="1"/>
          </p:cNvSpPr>
          <p:nvPr>
            <p:ph type="body" idx="1"/>
          </p:nvPr>
        </p:nvSpPr>
        <p:spPr/>
        <p:txBody>
          <a:bodyPr/>
          <a:lstStyle/>
          <a:p>
            <a:pPr eaLnBrk="1" hangingPunct="1">
              <a:defRPr/>
            </a:pPr>
            <a:endParaRPr lang="en-US" altLang="en-US" sz="1129"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9998" y="5302386"/>
            <a:ext cx="21419979" cy="11279752"/>
          </a:xfrm>
        </p:spPr>
        <p:txBody>
          <a:bodyPr anchor="b"/>
          <a:lstStyle>
            <a:lvl1pPr algn="ctr">
              <a:defRPr sz="16535"/>
            </a:lvl1pPr>
          </a:lstStyle>
          <a:p>
            <a:r>
              <a:rPr lang="en-US"/>
              <a:t>Click to edit Master title style</a:t>
            </a:r>
            <a:endParaRPr lang="en-US" dirty="0"/>
          </a:p>
        </p:txBody>
      </p:sp>
      <p:sp>
        <p:nvSpPr>
          <p:cNvPr id="3" name="Subtitle 2"/>
          <p:cNvSpPr>
            <a:spLocks noGrp="1"/>
          </p:cNvSpPr>
          <p:nvPr>
            <p:ph type="subTitle" idx="1"/>
          </p:nvPr>
        </p:nvSpPr>
        <p:spPr>
          <a:xfrm>
            <a:off x="3149997" y="17017128"/>
            <a:ext cx="18899981" cy="7822326"/>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BBC088C-D0F2-767A-A5B7-714C79AB5A03}"/>
              </a:ext>
            </a:extLst>
          </p:cNvPr>
          <p:cNvSpPr>
            <a:spLocks noGrp="1"/>
          </p:cNvSpPr>
          <p:nvPr>
            <p:ph type="dt" sz="half" idx="10"/>
          </p:nvPr>
        </p:nvSpPr>
        <p:spPr/>
        <p:txBody>
          <a:bodyPr/>
          <a:lstStyle>
            <a:lvl1pPr>
              <a:defRPr/>
            </a:lvl1pPr>
          </a:lstStyle>
          <a:p>
            <a:pPr>
              <a:defRPr/>
            </a:pPr>
            <a:fld id="{E38FEC73-317B-4109-9067-19F74457F2B6}" type="datetimeFigureOut">
              <a:rPr lang="en-US"/>
              <a:pPr>
                <a:defRPr/>
              </a:pPr>
              <a:t>3/27/2026</a:t>
            </a:fld>
            <a:endParaRPr lang="en-US" dirty="0"/>
          </a:p>
        </p:txBody>
      </p:sp>
      <p:sp>
        <p:nvSpPr>
          <p:cNvPr id="5" name="Footer Placeholder 4">
            <a:extLst>
              <a:ext uri="{FF2B5EF4-FFF2-40B4-BE49-F238E27FC236}">
                <a16:creationId xmlns:a16="http://schemas.microsoft.com/office/drawing/2014/main" id="{EFB73614-8C3D-7F9E-DD2A-DC5328FB931D}"/>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DBF8799C-5180-BE71-88AF-D086E2E49A8C}"/>
              </a:ext>
            </a:extLst>
          </p:cNvPr>
          <p:cNvSpPr>
            <a:spLocks noGrp="1"/>
          </p:cNvSpPr>
          <p:nvPr>
            <p:ph type="sldNum" sz="quarter" idx="12"/>
          </p:nvPr>
        </p:nvSpPr>
        <p:spPr/>
        <p:txBody>
          <a:bodyPr/>
          <a:lstStyle>
            <a:lvl1pPr>
              <a:defRPr/>
            </a:lvl1pPr>
          </a:lstStyle>
          <a:p>
            <a:pPr>
              <a:defRPr/>
            </a:pPr>
            <a:fld id="{17F57F6E-80F9-4290-A1A4-6D73CBBE7F3D}" type="slidenum">
              <a:rPr lang="en-US"/>
              <a:pPr>
                <a:defRPr/>
              </a:pPr>
              <a:t>‹#›</a:t>
            </a:fld>
            <a:endParaRPr lang="en-US" dirty="0"/>
          </a:p>
        </p:txBody>
      </p:sp>
    </p:spTree>
    <p:extLst>
      <p:ext uri="{BB962C8B-B14F-4D97-AF65-F5344CB8AC3E}">
        <p14:creationId xmlns:p14="http://schemas.microsoft.com/office/powerpoint/2010/main" val="2764886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ACC4032-D092-2C43-58F1-192FC4D51044}"/>
              </a:ext>
            </a:extLst>
          </p:cNvPr>
          <p:cNvSpPr>
            <a:spLocks noGrp="1"/>
          </p:cNvSpPr>
          <p:nvPr>
            <p:ph type="dt" sz="half" idx="10"/>
          </p:nvPr>
        </p:nvSpPr>
        <p:spPr/>
        <p:txBody>
          <a:bodyPr/>
          <a:lstStyle>
            <a:lvl1pPr>
              <a:defRPr/>
            </a:lvl1pPr>
          </a:lstStyle>
          <a:p>
            <a:pPr>
              <a:defRPr/>
            </a:pPr>
            <a:fld id="{C651E314-67DD-42F2-875E-8CE8366BA125}" type="datetimeFigureOut">
              <a:rPr lang="en-US"/>
              <a:pPr>
                <a:defRPr/>
              </a:pPr>
              <a:t>3/27/2026</a:t>
            </a:fld>
            <a:endParaRPr lang="en-US" dirty="0"/>
          </a:p>
        </p:txBody>
      </p:sp>
      <p:sp>
        <p:nvSpPr>
          <p:cNvPr id="5" name="Footer Placeholder 4">
            <a:extLst>
              <a:ext uri="{FF2B5EF4-FFF2-40B4-BE49-F238E27FC236}">
                <a16:creationId xmlns:a16="http://schemas.microsoft.com/office/drawing/2014/main" id="{19DC31CF-6157-4A7D-D577-51889B81AF32}"/>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60963EB7-F709-22C6-AB30-F408988C22A8}"/>
              </a:ext>
            </a:extLst>
          </p:cNvPr>
          <p:cNvSpPr>
            <a:spLocks noGrp="1"/>
          </p:cNvSpPr>
          <p:nvPr>
            <p:ph type="sldNum" sz="quarter" idx="12"/>
          </p:nvPr>
        </p:nvSpPr>
        <p:spPr/>
        <p:txBody>
          <a:bodyPr/>
          <a:lstStyle>
            <a:lvl1pPr>
              <a:defRPr/>
            </a:lvl1pPr>
          </a:lstStyle>
          <a:p>
            <a:pPr>
              <a:defRPr/>
            </a:pPr>
            <a:fld id="{BB514644-3CDE-4F9F-97B3-73C1063511CB}" type="slidenum">
              <a:rPr lang="en-US"/>
              <a:pPr>
                <a:defRPr/>
              </a:pPr>
              <a:t>‹#›</a:t>
            </a:fld>
            <a:endParaRPr lang="en-US" dirty="0"/>
          </a:p>
        </p:txBody>
      </p:sp>
    </p:spTree>
    <p:extLst>
      <p:ext uri="{BB962C8B-B14F-4D97-AF65-F5344CB8AC3E}">
        <p14:creationId xmlns:p14="http://schemas.microsoft.com/office/powerpoint/2010/main" val="1625954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19375" y="8077332"/>
            <a:ext cx="21734978" cy="13477201"/>
          </a:xfrm>
        </p:spPr>
        <p:txBody>
          <a:bodyPr anchor="b"/>
          <a:lstStyle>
            <a:lvl1pPr>
              <a:defRPr sz="16535"/>
            </a:lvl1pPr>
          </a:lstStyle>
          <a:p>
            <a:r>
              <a:rPr lang="en-US"/>
              <a:t>Click to edit Master title style</a:t>
            </a:r>
            <a:endParaRPr lang="en-US" dirty="0"/>
          </a:p>
        </p:txBody>
      </p:sp>
      <p:sp>
        <p:nvSpPr>
          <p:cNvPr id="3" name="Text Placeholder 2"/>
          <p:cNvSpPr>
            <a:spLocks noGrp="1"/>
          </p:cNvSpPr>
          <p:nvPr>
            <p:ph type="body" idx="1"/>
          </p:nvPr>
        </p:nvSpPr>
        <p:spPr>
          <a:xfrm>
            <a:off x="1719375" y="21682033"/>
            <a:ext cx="21734978" cy="7087342"/>
          </a:xfrm>
        </p:spPr>
        <p:txBody>
          <a:bodyPr/>
          <a:lstStyle>
            <a:lvl1pPr marL="0" indent="0">
              <a:buNone/>
              <a:defRPr sz="6614">
                <a:solidFill>
                  <a:schemeClr val="tx1">
                    <a:tint val="82000"/>
                  </a:schemeClr>
                </a:solidFill>
              </a:defRPr>
            </a:lvl1pPr>
            <a:lvl2pPr marL="1259997" indent="0">
              <a:buNone/>
              <a:defRPr sz="5512">
                <a:solidFill>
                  <a:schemeClr val="tx1">
                    <a:tint val="82000"/>
                  </a:schemeClr>
                </a:solidFill>
              </a:defRPr>
            </a:lvl2pPr>
            <a:lvl3pPr marL="2519995" indent="0">
              <a:buNone/>
              <a:defRPr sz="4961">
                <a:solidFill>
                  <a:schemeClr val="tx1">
                    <a:tint val="82000"/>
                  </a:schemeClr>
                </a:solidFill>
              </a:defRPr>
            </a:lvl3pPr>
            <a:lvl4pPr marL="3779992" indent="0">
              <a:buNone/>
              <a:defRPr sz="4409">
                <a:solidFill>
                  <a:schemeClr val="tx1">
                    <a:tint val="82000"/>
                  </a:schemeClr>
                </a:solidFill>
              </a:defRPr>
            </a:lvl4pPr>
            <a:lvl5pPr marL="5039990" indent="0">
              <a:buNone/>
              <a:defRPr sz="4409">
                <a:solidFill>
                  <a:schemeClr val="tx1">
                    <a:tint val="82000"/>
                  </a:schemeClr>
                </a:solidFill>
              </a:defRPr>
            </a:lvl5pPr>
            <a:lvl6pPr marL="6299987" indent="0">
              <a:buNone/>
              <a:defRPr sz="4409">
                <a:solidFill>
                  <a:schemeClr val="tx1">
                    <a:tint val="82000"/>
                  </a:schemeClr>
                </a:solidFill>
              </a:defRPr>
            </a:lvl6pPr>
            <a:lvl7pPr marL="7559985" indent="0">
              <a:buNone/>
              <a:defRPr sz="4409">
                <a:solidFill>
                  <a:schemeClr val="tx1">
                    <a:tint val="82000"/>
                  </a:schemeClr>
                </a:solidFill>
              </a:defRPr>
            </a:lvl7pPr>
            <a:lvl8pPr marL="8819982" indent="0">
              <a:buNone/>
              <a:defRPr sz="4409">
                <a:solidFill>
                  <a:schemeClr val="tx1">
                    <a:tint val="82000"/>
                  </a:schemeClr>
                </a:solidFill>
              </a:defRPr>
            </a:lvl8pPr>
            <a:lvl9pPr marL="10079980" indent="0">
              <a:buNone/>
              <a:defRPr sz="4409">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C0CE6B-C8DF-9B24-7282-5162DCAB2D7E}"/>
              </a:ext>
            </a:extLst>
          </p:cNvPr>
          <p:cNvSpPr>
            <a:spLocks noGrp="1"/>
          </p:cNvSpPr>
          <p:nvPr>
            <p:ph type="dt" sz="half" idx="10"/>
          </p:nvPr>
        </p:nvSpPr>
        <p:spPr/>
        <p:txBody>
          <a:bodyPr/>
          <a:lstStyle>
            <a:lvl1pPr>
              <a:defRPr/>
            </a:lvl1pPr>
          </a:lstStyle>
          <a:p>
            <a:pPr>
              <a:defRPr/>
            </a:pPr>
            <a:fld id="{AAA7D914-46EA-4178-A8F8-C71188DEC405}" type="datetimeFigureOut">
              <a:rPr lang="en-US"/>
              <a:pPr>
                <a:defRPr/>
              </a:pPr>
              <a:t>3/27/2026</a:t>
            </a:fld>
            <a:endParaRPr lang="en-US" dirty="0"/>
          </a:p>
        </p:txBody>
      </p:sp>
      <p:sp>
        <p:nvSpPr>
          <p:cNvPr id="5" name="Footer Placeholder 4">
            <a:extLst>
              <a:ext uri="{FF2B5EF4-FFF2-40B4-BE49-F238E27FC236}">
                <a16:creationId xmlns:a16="http://schemas.microsoft.com/office/drawing/2014/main" id="{4CDC6755-C525-A310-1CD3-02BE6CFDE8C9}"/>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F0701A1C-59C2-FAA2-0B86-8C5515172BD3}"/>
              </a:ext>
            </a:extLst>
          </p:cNvPr>
          <p:cNvSpPr>
            <a:spLocks noGrp="1"/>
          </p:cNvSpPr>
          <p:nvPr>
            <p:ph type="sldNum" sz="quarter" idx="12"/>
          </p:nvPr>
        </p:nvSpPr>
        <p:spPr/>
        <p:txBody>
          <a:bodyPr/>
          <a:lstStyle>
            <a:lvl1pPr>
              <a:defRPr/>
            </a:lvl1pPr>
          </a:lstStyle>
          <a:p>
            <a:pPr>
              <a:defRPr/>
            </a:pPr>
            <a:fld id="{EAFBB965-0618-4FFC-B674-BA7979DC2514}" type="slidenum">
              <a:rPr lang="en-US"/>
              <a:pPr>
                <a:defRPr/>
              </a:pPr>
              <a:t>‹#›</a:t>
            </a:fld>
            <a:endParaRPr lang="en-US" dirty="0"/>
          </a:p>
        </p:txBody>
      </p:sp>
    </p:spTree>
    <p:extLst>
      <p:ext uri="{BB962C8B-B14F-4D97-AF65-F5344CB8AC3E}">
        <p14:creationId xmlns:p14="http://schemas.microsoft.com/office/powerpoint/2010/main" val="1252546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32498" y="8624810"/>
            <a:ext cx="10709989" cy="205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757488" y="8624810"/>
            <a:ext cx="10709989" cy="205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396D9E91-EFF8-FE92-91A7-415752289DF6}"/>
              </a:ext>
            </a:extLst>
          </p:cNvPr>
          <p:cNvSpPr>
            <a:spLocks noGrp="1"/>
          </p:cNvSpPr>
          <p:nvPr>
            <p:ph type="dt" sz="half" idx="10"/>
          </p:nvPr>
        </p:nvSpPr>
        <p:spPr/>
        <p:txBody>
          <a:bodyPr/>
          <a:lstStyle>
            <a:lvl1pPr>
              <a:defRPr/>
            </a:lvl1pPr>
          </a:lstStyle>
          <a:p>
            <a:pPr>
              <a:defRPr/>
            </a:pPr>
            <a:fld id="{CFA26471-7068-4977-BE67-5EC994FBF664}" type="datetimeFigureOut">
              <a:rPr lang="en-US"/>
              <a:pPr>
                <a:defRPr/>
              </a:pPr>
              <a:t>3/27/2026</a:t>
            </a:fld>
            <a:endParaRPr lang="en-US" dirty="0"/>
          </a:p>
        </p:txBody>
      </p:sp>
      <p:sp>
        <p:nvSpPr>
          <p:cNvPr id="6" name="Footer Placeholder 4">
            <a:extLst>
              <a:ext uri="{FF2B5EF4-FFF2-40B4-BE49-F238E27FC236}">
                <a16:creationId xmlns:a16="http://schemas.microsoft.com/office/drawing/2014/main" id="{394AC8C0-D0B5-A947-2D78-7D9E2DE15E37}"/>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93A13FD4-1E72-732C-866C-21EEF2506587}"/>
              </a:ext>
            </a:extLst>
          </p:cNvPr>
          <p:cNvSpPr>
            <a:spLocks noGrp="1"/>
          </p:cNvSpPr>
          <p:nvPr>
            <p:ph type="sldNum" sz="quarter" idx="12"/>
          </p:nvPr>
        </p:nvSpPr>
        <p:spPr/>
        <p:txBody>
          <a:bodyPr/>
          <a:lstStyle>
            <a:lvl1pPr>
              <a:defRPr/>
            </a:lvl1pPr>
          </a:lstStyle>
          <a:p>
            <a:pPr>
              <a:defRPr/>
            </a:pPr>
            <a:fld id="{87E30D5A-26A9-4F24-9CAB-F24C53096F09}" type="slidenum">
              <a:rPr lang="en-US"/>
              <a:pPr>
                <a:defRPr/>
              </a:pPr>
              <a:t>‹#›</a:t>
            </a:fld>
            <a:endParaRPr lang="en-US" dirty="0"/>
          </a:p>
        </p:txBody>
      </p:sp>
    </p:spTree>
    <p:extLst>
      <p:ext uri="{BB962C8B-B14F-4D97-AF65-F5344CB8AC3E}">
        <p14:creationId xmlns:p14="http://schemas.microsoft.com/office/powerpoint/2010/main" val="987425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5781" y="1724969"/>
            <a:ext cx="21734978" cy="626236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5783" y="7942328"/>
            <a:ext cx="10660769" cy="3892412"/>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Click to edit Master text styles</a:t>
            </a:r>
          </a:p>
        </p:txBody>
      </p:sp>
      <p:sp>
        <p:nvSpPr>
          <p:cNvPr id="4" name="Content Placeholder 3"/>
          <p:cNvSpPr>
            <a:spLocks noGrp="1"/>
          </p:cNvSpPr>
          <p:nvPr>
            <p:ph sz="half" idx="2"/>
          </p:nvPr>
        </p:nvSpPr>
        <p:spPr>
          <a:xfrm>
            <a:off x="1735783" y="11834740"/>
            <a:ext cx="10660769" cy="17407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757489" y="7942328"/>
            <a:ext cx="10713272" cy="3892412"/>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Click to edit Master text styles</a:t>
            </a:r>
          </a:p>
        </p:txBody>
      </p:sp>
      <p:sp>
        <p:nvSpPr>
          <p:cNvPr id="6" name="Content Placeholder 5"/>
          <p:cNvSpPr>
            <a:spLocks noGrp="1"/>
          </p:cNvSpPr>
          <p:nvPr>
            <p:ph sz="quarter" idx="4"/>
          </p:nvPr>
        </p:nvSpPr>
        <p:spPr>
          <a:xfrm>
            <a:off x="12757489" y="11834740"/>
            <a:ext cx="10713272" cy="17407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EE7FA5DC-FEDA-5BF7-58E9-7A57DD39EEA4}"/>
              </a:ext>
            </a:extLst>
          </p:cNvPr>
          <p:cNvSpPr>
            <a:spLocks noGrp="1"/>
          </p:cNvSpPr>
          <p:nvPr>
            <p:ph type="dt" sz="half" idx="10"/>
          </p:nvPr>
        </p:nvSpPr>
        <p:spPr/>
        <p:txBody>
          <a:bodyPr/>
          <a:lstStyle>
            <a:lvl1pPr>
              <a:defRPr/>
            </a:lvl1pPr>
          </a:lstStyle>
          <a:p>
            <a:pPr>
              <a:defRPr/>
            </a:pPr>
            <a:fld id="{FD9E3103-F718-4B4C-8E6F-3CBD67D32891}" type="datetimeFigureOut">
              <a:rPr lang="en-US"/>
              <a:pPr>
                <a:defRPr/>
              </a:pPr>
              <a:t>3/27/2026</a:t>
            </a:fld>
            <a:endParaRPr lang="en-US" dirty="0"/>
          </a:p>
        </p:txBody>
      </p:sp>
      <p:sp>
        <p:nvSpPr>
          <p:cNvPr id="8" name="Footer Placeholder 4">
            <a:extLst>
              <a:ext uri="{FF2B5EF4-FFF2-40B4-BE49-F238E27FC236}">
                <a16:creationId xmlns:a16="http://schemas.microsoft.com/office/drawing/2014/main" id="{77732380-BACA-FEDF-C052-F54B16671A12}"/>
              </a:ext>
            </a:extLst>
          </p:cNvPr>
          <p:cNvSpPr>
            <a:spLocks noGrp="1"/>
          </p:cNvSpPr>
          <p:nvPr>
            <p:ph type="ftr" sz="quarter" idx="11"/>
          </p:nvPr>
        </p:nvSpPr>
        <p:spPr/>
        <p:txBody>
          <a:bodyPr/>
          <a:lstStyle>
            <a:lvl1pPr>
              <a:defRPr/>
            </a:lvl1pPr>
          </a:lstStyle>
          <a:p>
            <a:pPr>
              <a:defRPr/>
            </a:pPr>
            <a:endParaRPr lang="en-US" dirty="0"/>
          </a:p>
        </p:txBody>
      </p:sp>
      <p:sp>
        <p:nvSpPr>
          <p:cNvPr id="9" name="Slide Number Placeholder 5">
            <a:extLst>
              <a:ext uri="{FF2B5EF4-FFF2-40B4-BE49-F238E27FC236}">
                <a16:creationId xmlns:a16="http://schemas.microsoft.com/office/drawing/2014/main" id="{9BC33BEC-6167-E1EA-55AE-606C700220B1}"/>
              </a:ext>
            </a:extLst>
          </p:cNvPr>
          <p:cNvSpPr>
            <a:spLocks noGrp="1"/>
          </p:cNvSpPr>
          <p:nvPr>
            <p:ph type="sldNum" sz="quarter" idx="12"/>
          </p:nvPr>
        </p:nvSpPr>
        <p:spPr/>
        <p:txBody>
          <a:bodyPr/>
          <a:lstStyle>
            <a:lvl1pPr>
              <a:defRPr/>
            </a:lvl1pPr>
          </a:lstStyle>
          <a:p>
            <a:pPr>
              <a:defRPr/>
            </a:pPr>
            <a:fld id="{4EA2D422-2E06-448B-8C4C-88BED97C2BE7}" type="slidenum">
              <a:rPr lang="en-US"/>
              <a:pPr>
                <a:defRPr/>
              </a:pPr>
              <a:t>‹#›</a:t>
            </a:fld>
            <a:endParaRPr lang="en-US" dirty="0"/>
          </a:p>
        </p:txBody>
      </p:sp>
    </p:spTree>
    <p:extLst>
      <p:ext uri="{BB962C8B-B14F-4D97-AF65-F5344CB8AC3E}">
        <p14:creationId xmlns:p14="http://schemas.microsoft.com/office/powerpoint/2010/main" val="3949318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6D8E59BC-17F7-C731-C3E2-506B8F0D446C}"/>
              </a:ext>
            </a:extLst>
          </p:cNvPr>
          <p:cNvSpPr>
            <a:spLocks noGrp="1"/>
          </p:cNvSpPr>
          <p:nvPr>
            <p:ph type="dt" sz="half" idx="10"/>
          </p:nvPr>
        </p:nvSpPr>
        <p:spPr/>
        <p:txBody>
          <a:bodyPr/>
          <a:lstStyle>
            <a:lvl1pPr>
              <a:defRPr/>
            </a:lvl1pPr>
          </a:lstStyle>
          <a:p>
            <a:pPr>
              <a:defRPr/>
            </a:pPr>
            <a:fld id="{66F1EBFE-AA2D-4911-AE8A-F5280DE7BBE6}" type="datetimeFigureOut">
              <a:rPr lang="en-US"/>
              <a:pPr>
                <a:defRPr/>
              </a:pPr>
              <a:t>3/27/2026</a:t>
            </a:fld>
            <a:endParaRPr lang="en-US" dirty="0"/>
          </a:p>
        </p:txBody>
      </p:sp>
      <p:sp>
        <p:nvSpPr>
          <p:cNvPr id="4" name="Footer Placeholder 4">
            <a:extLst>
              <a:ext uri="{FF2B5EF4-FFF2-40B4-BE49-F238E27FC236}">
                <a16:creationId xmlns:a16="http://schemas.microsoft.com/office/drawing/2014/main" id="{43193BED-EC4B-B6DB-F91C-04061ED2E148}"/>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5">
            <a:extLst>
              <a:ext uri="{FF2B5EF4-FFF2-40B4-BE49-F238E27FC236}">
                <a16:creationId xmlns:a16="http://schemas.microsoft.com/office/drawing/2014/main" id="{DEEAA69A-E6CC-FDDE-9B1B-F7CE36B30323}"/>
              </a:ext>
            </a:extLst>
          </p:cNvPr>
          <p:cNvSpPr>
            <a:spLocks noGrp="1"/>
          </p:cNvSpPr>
          <p:nvPr>
            <p:ph type="sldNum" sz="quarter" idx="12"/>
          </p:nvPr>
        </p:nvSpPr>
        <p:spPr/>
        <p:txBody>
          <a:bodyPr/>
          <a:lstStyle>
            <a:lvl1pPr>
              <a:defRPr/>
            </a:lvl1pPr>
          </a:lstStyle>
          <a:p>
            <a:pPr>
              <a:defRPr/>
            </a:pPr>
            <a:fld id="{EE9A4FA0-F228-4EFA-9605-BF5EEC8CFBA1}" type="slidenum">
              <a:rPr lang="en-US"/>
              <a:pPr>
                <a:defRPr/>
              </a:pPr>
              <a:t>‹#›</a:t>
            </a:fld>
            <a:endParaRPr lang="en-US" dirty="0"/>
          </a:p>
        </p:txBody>
      </p:sp>
    </p:spTree>
    <p:extLst>
      <p:ext uri="{BB962C8B-B14F-4D97-AF65-F5344CB8AC3E}">
        <p14:creationId xmlns:p14="http://schemas.microsoft.com/office/powerpoint/2010/main" val="3486972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CDCED66-037A-0306-73A6-C832453947DF}"/>
              </a:ext>
            </a:extLst>
          </p:cNvPr>
          <p:cNvSpPr>
            <a:spLocks noGrp="1"/>
          </p:cNvSpPr>
          <p:nvPr>
            <p:ph type="dt" sz="half" idx="10"/>
          </p:nvPr>
        </p:nvSpPr>
        <p:spPr/>
        <p:txBody>
          <a:bodyPr/>
          <a:lstStyle>
            <a:lvl1pPr>
              <a:defRPr/>
            </a:lvl1pPr>
          </a:lstStyle>
          <a:p>
            <a:pPr>
              <a:defRPr/>
            </a:pPr>
            <a:fld id="{A0518A5C-CB09-4EB9-9ED2-B472F9EE4CA0}" type="datetimeFigureOut">
              <a:rPr lang="en-US"/>
              <a:pPr>
                <a:defRPr/>
              </a:pPr>
              <a:t>3/27/2026</a:t>
            </a:fld>
            <a:endParaRPr lang="en-US" dirty="0"/>
          </a:p>
        </p:txBody>
      </p:sp>
      <p:sp>
        <p:nvSpPr>
          <p:cNvPr id="3" name="Footer Placeholder 4">
            <a:extLst>
              <a:ext uri="{FF2B5EF4-FFF2-40B4-BE49-F238E27FC236}">
                <a16:creationId xmlns:a16="http://schemas.microsoft.com/office/drawing/2014/main" id="{34BD4B87-BBD5-C6B6-376A-E3F450BAF2CD}"/>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92EEE2FB-8B68-1661-4C2D-FBEFF4E4E692}"/>
              </a:ext>
            </a:extLst>
          </p:cNvPr>
          <p:cNvSpPr>
            <a:spLocks noGrp="1"/>
          </p:cNvSpPr>
          <p:nvPr>
            <p:ph type="sldNum" sz="quarter" idx="12"/>
          </p:nvPr>
        </p:nvSpPr>
        <p:spPr/>
        <p:txBody>
          <a:bodyPr/>
          <a:lstStyle>
            <a:lvl1pPr>
              <a:defRPr/>
            </a:lvl1pPr>
          </a:lstStyle>
          <a:p>
            <a:pPr>
              <a:defRPr/>
            </a:pPr>
            <a:fld id="{C477C304-70CB-4FEC-A5F1-0230645D9C00}" type="slidenum">
              <a:rPr lang="en-US"/>
              <a:pPr>
                <a:defRPr/>
              </a:pPr>
              <a:t>‹#›</a:t>
            </a:fld>
            <a:endParaRPr lang="en-US" dirty="0"/>
          </a:p>
        </p:txBody>
      </p:sp>
    </p:spTree>
    <p:extLst>
      <p:ext uri="{BB962C8B-B14F-4D97-AF65-F5344CB8AC3E}">
        <p14:creationId xmlns:p14="http://schemas.microsoft.com/office/powerpoint/2010/main" val="484440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159952"/>
            <a:ext cx="8127648" cy="7559834"/>
          </a:xfrm>
        </p:spPr>
        <p:txBody>
          <a:bodyPr anchor="b"/>
          <a:lstStyle>
            <a:lvl1pPr>
              <a:defRPr sz="8819"/>
            </a:lvl1pPr>
          </a:lstStyle>
          <a:p>
            <a:r>
              <a:rPr lang="en-US"/>
              <a:t>Click to edit Master title style</a:t>
            </a:r>
            <a:endParaRPr lang="en-US" dirty="0"/>
          </a:p>
        </p:txBody>
      </p:sp>
      <p:sp>
        <p:nvSpPr>
          <p:cNvPr id="3" name="Content Placeholder 2"/>
          <p:cNvSpPr>
            <a:spLocks noGrp="1"/>
          </p:cNvSpPr>
          <p:nvPr>
            <p:ph idx="1"/>
          </p:nvPr>
        </p:nvSpPr>
        <p:spPr>
          <a:xfrm>
            <a:off x="10713272" y="4664905"/>
            <a:ext cx="12757487" cy="23024494"/>
          </a:xfrm>
        </p:spPr>
        <p:txBody>
          <a:bodyPr/>
          <a:lstStyle>
            <a:lvl1pPr>
              <a:defRPr sz="8819"/>
            </a:lvl1pPr>
            <a:lvl2pPr>
              <a:defRPr sz="7717"/>
            </a:lvl2pPr>
            <a:lvl3pPr>
              <a:defRPr sz="6614"/>
            </a:lvl3pPr>
            <a:lvl4pPr>
              <a:defRPr sz="5512"/>
            </a:lvl4pPr>
            <a:lvl5pPr>
              <a:defRPr sz="5512"/>
            </a:lvl5pPr>
            <a:lvl6pPr>
              <a:defRPr sz="5512"/>
            </a:lvl6pPr>
            <a:lvl7pPr>
              <a:defRPr sz="5512"/>
            </a:lvl7pPr>
            <a:lvl8pPr>
              <a:defRPr sz="5512"/>
            </a:lvl8pPr>
            <a:lvl9pPr>
              <a:defRPr sz="551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5780" y="9719786"/>
            <a:ext cx="8127648" cy="18007107"/>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Click to edit Master text styles</a:t>
            </a:r>
          </a:p>
        </p:txBody>
      </p:sp>
      <p:sp>
        <p:nvSpPr>
          <p:cNvPr id="5" name="Date Placeholder 3">
            <a:extLst>
              <a:ext uri="{FF2B5EF4-FFF2-40B4-BE49-F238E27FC236}">
                <a16:creationId xmlns:a16="http://schemas.microsoft.com/office/drawing/2014/main" id="{E6A0F552-996B-CCEC-459C-9E6E01D7CDD5}"/>
              </a:ext>
            </a:extLst>
          </p:cNvPr>
          <p:cNvSpPr>
            <a:spLocks noGrp="1"/>
          </p:cNvSpPr>
          <p:nvPr>
            <p:ph type="dt" sz="half" idx="10"/>
          </p:nvPr>
        </p:nvSpPr>
        <p:spPr/>
        <p:txBody>
          <a:bodyPr/>
          <a:lstStyle>
            <a:lvl1pPr>
              <a:defRPr/>
            </a:lvl1pPr>
          </a:lstStyle>
          <a:p>
            <a:pPr>
              <a:defRPr/>
            </a:pPr>
            <a:fld id="{B2D876A3-A62F-4F25-B5BE-1BCDE352939F}" type="datetimeFigureOut">
              <a:rPr lang="en-US"/>
              <a:pPr>
                <a:defRPr/>
              </a:pPr>
              <a:t>3/27/2026</a:t>
            </a:fld>
            <a:endParaRPr lang="en-US" dirty="0"/>
          </a:p>
        </p:txBody>
      </p:sp>
      <p:sp>
        <p:nvSpPr>
          <p:cNvPr id="6" name="Footer Placeholder 4">
            <a:extLst>
              <a:ext uri="{FF2B5EF4-FFF2-40B4-BE49-F238E27FC236}">
                <a16:creationId xmlns:a16="http://schemas.microsoft.com/office/drawing/2014/main" id="{392F653B-C1FB-E981-2098-F062A2863351}"/>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6CFEE75F-03E8-98AC-701B-5FE15CD712F7}"/>
              </a:ext>
            </a:extLst>
          </p:cNvPr>
          <p:cNvSpPr>
            <a:spLocks noGrp="1"/>
          </p:cNvSpPr>
          <p:nvPr>
            <p:ph type="sldNum" sz="quarter" idx="12"/>
          </p:nvPr>
        </p:nvSpPr>
        <p:spPr/>
        <p:txBody>
          <a:bodyPr/>
          <a:lstStyle>
            <a:lvl1pPr>
              <a:defRPr/>
            </a:lvl1pPr>
          </a:lstStyle>
          <a:p>
            <a:pPr>
              <a:defRPr/>
            </a:pPr>
            <a:fld id="{6778B65E-BDFF-47B6-A346-7C35157BEF31}" type="slidenum">
              <a:rPr lang="en-US"/>
              <a:pPr>
                <a:defRPr/>
              </a:pPr>
              <a:t>‹#›</a:t>
            </a:fld>
            <a:endParaRPr lang="en-US" dirty="0"/>
          </a:p>
        </p:txBody>
      </p:sp>
    </p:spTree>
    <p:extLst>
      <p:ext uri="{BB962C8B-B14F-4D97-AF65-F5344CB8AC3E}">
        <p14:creationId xmlns:p14="http://schemas.microsoft.com/office/powerpoint/2010/main" val="3899997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159952"/>
            <a:ext cx="8127648" cy="7559834"/>
          </a:xfrm>
        </p:spPr>
        <p:txBody>
          <a:bodyPr anchor="b"/>
          <a:lstStyle>
            <a:lvl1pPr>
              <a:defRPr sz="8819"/>
            </a:lvl1pPr>
          </a:lstStyle>
          <a:p>
            <a:r>
              <a:rPr lang="en-US"/>
              <a:t>Click to edit Master title style</a:t>
            </a:r>
            <a:endParaRPr lang="en-US" dirty="0"/>
          </a:p>
        </p:txBody>
      </p:sp>
      <p:sp>
        <p:nvSpPr>
          <p:cNvPr id="3" name="Picture Placeholder 2"/>
          <p:cNvSpPr>
            <a:spLocks noGrp="1" noChangeAspect="1"/>
          </p:cNvSpPr>
          <p:nvPr>
            <p:ph type="pic" idx="1"/>
          </p:nvPr>
        </p:nvSpPr>
        <p:spPr>
          <a:xfrm>
            <a:off x="10713272" y="4664905"/>
            <a:ext cx="12757487" cy="23024494"/>
          </a:xfrm>
        </p:spPr>
        <p:txBody>
          <a:bodyPr anchor="t"/>
          <a:lstStyle>
            <a:lvl1pPr marL="0" indent="0">
              <a:buNone/>
              <a:defRPr sz="8819"/>
            </a:lvl1pPr>
            <a:lvl2pPr marL="1259997" indent="0">
              <a:buNone/>
              <a:defRPr sz="7717"/>
            </a:lvl2pPr>
            <a:lvl3pPr marL="2519995" indent="0">
              <a:buNone/>
              <a:defRPr sz="6614"/>
            </a:lvl3pPr>
            <a:lvl4pPr marL="3779992" indent="0">
              <a:buNone/>
              <a:defRPr sz="5512"/>
            </a:lvl4pPr>
            <a:lvl5pPr marL="5039990" indent="0">
              <a:buNone/>
              <a:defRPr sz="5512"/>
            </a:lvl5pPr>
            <a:lvl6pPr marL="6299987" indent="0">
              <a:buNone/>
              <a:defRPr sz="5512"/>
            </a:lvl6pPr>
            <a:lvl7pPr marL="7559985" indent="0">
              <a:buNone/>
              <a:defRPr sz="5512"/>
            </a:lvl7pPr>
            <a:lvl8pPr marL="8819982" indent="0">
              <a:buNone/>
              <a:defRPr sz="5512"/>
            </a:lvl8pPr>
            <a:lvl9pPr marL="10079980" indent="0">
              <a:buNone/>
              <a:defRPr sz="5512"/>
            </a:lvl9pPr>
          </a:lstStyle>
          <a:p>
            <a:pPr lvl="0"/>
            <a:r>
              <a:rPr lang="en-US" noProof="0" dirty="0"/>
              <a:t>Click icon to add picture</a:t>
            </a:r>
          </a:p>
        </p:txBody>
      </p:sp>
      <p:sp>
        <p:nvSpPr>
          <p:cNvPr id="4" name="Text Placeholder 3"/>
          <p:cNvSpPr>
            <a:spLocks noGrp="1"/>
          </p:cNvSpPr>
          <p:nvPr>
            <p:ph type="body" sz="half" idx="2"/>
          </p:nvPr>
        </p:nvSpPr>
        <p:spPr>
          <a:xfrm>
            <a:off x="1735780" y="9719786"/>
            <a:ext cx="8127648" cy="18007107"/>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Click to edit Master text styles</a:t>
            </a:r>
          </a:p>
        </p:txBody>
      </p:sp>
      <p:sp>
        <p:nvSpPr>
          <p:cNvPr id="5" name="Date Placeholder 3">
            <a:extLst>
              <a:ext uri="{FF2B5EF4-FFF2-40B4-BE49-F238E27FC236}">
                <a16:creationId xmlns:a16="http://schemas.microsoft.com/office/drawing/2014/main" id="{01B18EC8-08D4-5449-DB82-4880FFE0CA0B}"/>
              </a:ext>
            </a:extLst>
          </p:cNvPr>
          <p:cNvSpPr>
            <a:spLocks noGrp="1"/>
          </p:cNvSpPr>
          <p:nvPr>
            <p:ph type="dt" sz="half" idx="10"/>
          </p:nvPr>
        </p:nvSpPr>
        <p:spPr/>
        <p:txBody>
          <a:bodyPr/>
          <a:lstStyle>
            <a:lvl1pPr>
              <a:defRPr/>
            </a:lvl1pPr>
          </a:lstStyle>
          <a:p>
            <a:pPr>
              <a:defRPr/>
            </a:pPr>
            <a:fld id="{3AC813F1-850E-49DB-9E5C-E55AB6BE7DB1}" type="datetimeFigureOut">
              <a:rPr lang="en-US"/>
              <a:pPr>
                <a:defRPr/>
              </a:pPr>
              <a:t>3/27/2026</a:t>
            </a:fld>
            <a:endParaRPr lang="en-US" dirty="0"/>
          </a:p>
        </p:txBody>
      </p:sp>
      <p:sp>
        <p:nvSpPr>
          <p:cNvPr id="6" name="Footer Placeholder 4">
            <a:extLst>
              <a:ext uri="{FF2B5EF4-FFF2-40B4-BE49-F238E27FC236}">
                <a16:creationId xmlns:a16="http://schemas.microsoft.com/office/drawing/2014/main" id="{64CC2360-03C0-8761-0F1C-A6E315123F17}"/>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0C4C5EC9-71C4-944A-B91D-D83A34DE7993}"/>
              </a:ext>
            </a:extLst>
          </p:cNvPr>
          <p:cNvSpPr>
            <a:spLocks noGrp="1"/>
          </p:cNvSpPr>
          <p:nvPr>
            <p:ph type="sldNum" sz="quarter" idx="12"/>
          </p:nvPr>
        </p:nvSpPr>
        <p:spPr/>
        <p:txBody>
          <a:bodyPr/>
          <a:lstStyle>
            <a:lvl1pPr>
              <a:defRPr/>
            </a:lvl1pPr>
          </a:lstStyle>
          <a:p>
            <a:pPr>
              <a:defRPr/>
            </a:pPr>
            <a:fld id="{C894D23A-B7D1-40CB-8B46-81238F403200}" type="slidenum">
              <a:rPr lang="en-US"/>
              <a:pPr>
                <a:defRPr/>
              </a:pPr>
              <a:t>‹#›</a:t>
            </a:fld>
            <a:endParaRPr lang="en-US" dirty="0"/>
          </a:p>
        </p:txBody>
      </p:sp>
    </p:spTree>
    <p:extLst>
      <p:ext uri="{BB962C8B-B14F-4D97-AF65-F5344CB8AC3E}">
        <p14:creationId xmlns:p14="http://schemas.microsoft.com/office/powerpoint/2010/main" val="3512042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921997-1B47-5B05-3A1B-178406054B7A}"/>
              </a:ext>
            </a:extLst>
          </p:cNvPr>
          <p:cNvSpPr>
            <a:spLocks noGrp="1"/>
          </p:cNvSpPr>
          <p:nvPr>
            <p:ph type="dt" sz="half" idx="10"/>
          </p:nvPr>
        </p:nvSpPr>
        <p:spPr/>
        <p:txBody>
          <a:bodyPr/>
          <a:lstStyle>
            <a:lvl1pPr>
              <a:defRPr/>
            </a:lvl1pPr>
          </a:lstStyle>
          <a:p>
            <a:pPr>
              <a:defRPr/>
            </a:pPr>
            <a:fld id="{D46BA862-65AB-4789-9157-225A6C961B1A}" type="datetimeFigureOut">
              <a:rPr lang="en-US"/>
              <a:pPr>
                <a:defRPr/>
              </a:pPr>
              <a:t>3/27/2026</a:t>
            </a:fld>
            <a:endParaRPr lang="en-US" dirty="0"/>
          </a:p>
        </p:txBody>
      </p:sp>
      <p:sp>
        <p:nvSpPr>
          <p:cNvPr id="5" name="Footer Placeholder 4">
            <a:extLst>
              <a:ext uri="{FF2B5EF4-FFF2-40B4-BE49-F238E27FC236}">
                <a16:creationId xmlns:a16="http://schemas.microsoft.com/office/drawing/2014/main" id="{056CB3A7-58F8-3D4E-0DC4-E8D4C9EF7096}"/>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E5C119CF-1BF7-439C-EB15-9A5CB7C6CFC7}"/>
              </a:ext>
            </a:extLst>
          </p:cNvPr>
          <p:cNvSpPr>
            <a:spLocks noGrp="1"/>
          </p:cNvSpPr>
          <p:nvPr>
            <p:ph type="sldNum" sz="quarter" idx="12"/>
          </p:nvPr>
        </p:nvSpPr>
        <p:spPr/>
        <p:txBody>
          <a:bodyPr/>
          <a:lstStyle>
            <a:lvl1pPr>
              <a:defRPr/>
            </a:lvl1pPr>
          </a:lstStyle>
          <a:p>
            <a:pPr>
              <a:defRPr/>
            </a:pPr>
            <a:fld id="{54A73C76-A70C-427A-9D69-CD05151EAF8C}" type="slidenum">
              <a:rPr lang="en-US"/>
              <a:pPr>
                <a:defRPr/>
              </a:pPr>
              <a:t>‹#›</a:t>
            </a:fld>
            <a:endParaRPr lang="en-US" dirty="0"/>
          </a:p>
        </p:txBody>
      </p:sp>
    </p:spTree>
    <p:extLst>
      <p:ext uri="{BB962C8B-B14F-4D97-AF65-F5344CB8AC3E}">
        <p14:creationId xmlns:p14="http://schemas.microsoft.com/office/powerpoint/2010/main" val="1285239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033733" y="1724962"/>
            <a:ext cx="5433745" cy="274568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32500" y="1724962"/>
            <a:ext cx="15986234" cy="274568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18B17A2-F1DD-703E-FCA2-6AAA6E5BA1D8}"/>
              </a:ext>
            </a:extLst>
          </p:cNvPr>
          <p:cNvSpPr>
            <a:spLocks noGrp="1"/>
          </p:cNvSpPr>
          <p:nvPr>
            <p:ph type="dt" sz="half" idx="10"/>
          </p:nvPr>
        </p:nvSpPr>
        <p:spPr/>
        <p:txBody>
          <a:bodyPr/>
          <a:lstStyle>
            <a:lvl1pPr>
              <a:defRPr/>
            </a:lvl1pPr>
          </a:lstStyle>
          <a:p>
            <a:pPr>
              <a:defRPr/>
            </a:pPr>
            <a:fld id="{C472818B-9AF5-469A-8C09-09D092559658}" type="datetimeFigureOut">
              <a:rPr lang="en-US"/>
              <a:pPr>
                <a:defRPr/>
              </a:pPr>
              <a:t>3/27/2026</a:t>
            </a:fld>
            <a:endParaRPr lang="en-US" dirty="0"/>
          </a:p>
        </p:txBody>
      </p:sp>
      <p:sp>
        <p:nvSpPr>
          <p:cNvPr id="5" name="Footer Placeholder 4">
            <a:extLst>
              <a:ext uri="{FF2B5EF4-FFF2-40B4-BE49-F238E27FC236}">
                <a16:creationId xmlns:a16="http://schemas.microsoft.com/office/drawing/2014/main" id="{F89BC2FF-E22F-CFC1-516E-53FA6BC079C0}"/>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8A150C94-0024-ABC6-F376-94AC75867933}"/>
              </a:ext>
            </a:extLst>
          </p:cNvPr>
          <p:cNvSpPr>
            <a:spLocks noGrp="1"/>
          </p:cNvSpPr>
          <p:nvPr>
            <p:ph type="sldNum" sz="quarter" idx="12"/>
          </p:nvPr>
        </p:nvSpPr>
        <p:spPr/>
        <p:txBody>
          <a:bodyPr/>
          <a:lstStyle>
            <a:lvl1pPr>
              <a:defRPr/>
            </a:lvl1pPr>
          </a:lstStyle>
          <a:p>
            <a:pPr>
              <a:defRPr/>
            </a:pPr>
            <a:fld id="{318451A7-E65F-4C1F-8958-682DBEDFD6D7}" type="slidenum">
              <a:rPr lang="en-US"/>
              <a:pPr>
                <a:defRPr/>
              </a:pPr>
              <a:t>‹#›</a:t>
            </a:fld>
            <a:endParaRPr lang="en-US" dirty="0"/>
          </a:p>
        </p:txBody>
      </p:sp>
    </p:spTree>
    <p:extLst>
      <p:ext uri="{BB962C8B-B14F-4D97-AF65-F5344CB8AC3E}">
        <p14:creationId xmlns:p14="http://schemas.microsoft.com/office/powerpoint/2010/main" val="2429174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2116B-6467-0F08-251E-586479B90400}"/>
              </a:ext>
            </a:extLst>
          </p:cNvPr>
          <p:cNvSpPr>
            <a:spLocks noGrp="1"/>
          </p:cNvSpPr>
          <p:nvPr>
            <p:ph type="title"/>
          </p:nvPr>
        </p:nvSpPr>
        <p:spPr>
          <a:xfrm>
            <a:off x="1731963" y="1725613"/>
            <a:ext cx="21736050" cy="62611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1F27108-191A-3E9A-828F-879890903A9F}"/>
              </a:ext>
            </a:extLst>
          </p:cNvPr>
          <p:cNvSpPr>
            <a:spLocks noGrp="1"/>
          </p:cNvSpPr>
          <p:nvPr>
            <p:ph type="body" idx="1"/>
          </p:nvPr>
        </p:nvSpPr>
        <p:spPr>
          <a:xfrm>
            <a:off x="1731963" y="8624888"/>
            <a:ext cx="21736050" cy="205565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8FD5FF-0ADA-C3EE-62BF-7FF90EE6E3AF}"/>
              </a:ext>
            </a:extLst>
          </p:cNvPr>
          <p:cNvSpPr>
            <a:spLocks noGrp="1"/>
          </p:cNvSpPr>
          <p:nvPr>
            <p:ph type="dt" sz="half" idx="2"/>
          </p:nvPr>
        </p:nvSpPr>
        <p:spPr>
          <a:xfrm>
            <a:off x="1731963" y="30029150"/>
            <a:ext cx="5670550" cy="1725613"/>
          </a:xfrm>
          <a:prstGeom prst="rect">
            <a:avLst/>
          </a:prstGeom>
        </p:spPr>
        <p:txBody>
          <a:bodyPr vert="horz" lIns="91440" tIns="45720" rIns="91440" bIns="45720" rtlCol="0" anchor="ctr"/>
          <a:lstStyle>
            <a:lvl1pPr algn="l" eaLnBrk="1" fontAlgn="auto" hangingPunct="1">
              <a:spcBef>
                <a:spcPts val="0"/>
              </a:spcBef>
              <a:spcAft>
                <a:spcPts val="0"/>
              </a:spcAft>
              <a:defRPr sz="3307" smtClean="0">
                <a:solidFill>
                  <a:schemeClr val="tx1">
                    <a:tint val="82000"/>
                  </a:schemeClr>
                </a:solidFill>
                <a:latin typeface="+mn-lt"/>
              </a:defRPr>
            </a:lvl1pPr>
          </a:lstStyle>
          <a:p>
            <a:pPr>
              <a:defRPr/>
            </a:pPr>
            <a:fld id="{B3BE698F-4014-4D27-90D1-99E9A8DA8548}" type="datetimeFigureOut">
              <a:rPr lang="en-US"/>
              <a:pPr>
                <a:defRPr/>
              </a:pPr>
              <a:t>3/27/2026</a:t>
            </a:fld>
            <a:endParaRPr lang="en-US" dirty="0"/>
          </a:p>
        </p:txBody>
      </p:sp>
      <p:sp>
        <p:nvSpPr>
          <p:cNvPr id="5" name="Footer Placeholder 4">
            <a:extLst>
              <a:ext uri="{FF2B5EF4-FFF2-40B4-BE49-F238E27FC236}">
                <a16:creationId xmlns:a16="http://schemas.microsoft.com/office/drawing/2014/main" id="{292AC747-1EE2-C945-F23F-7E07103CF3DF}"/>
              </a:ext>
            </a:extLst>
          </p:cNvPr>
          <p:cNvSpPr>
            <a:spLocks noGrp="1"/>
          </p:cNvSpPr>
          <p:nvPr>
            <p:ph type="ftr" sz="quarter" idx="3"/>
          </p:nvPr>
        </p:nvSpPr>
        <p:spPr>
          <a:xfrm>
            <a:off x="8347075" y="30029150"/>
            <a:ext cx="8505825" cy="1725613"/>
          </a:xfrm>
          <a:prstGeom prst="rect">
            <a:avLst/>
          </a:prstGeom>
        </p:spPr>
        <p:txBody>
          <a:bodyPr vert="horz" lIns="91440" tIns="45720" rIns="91440" bIns="45720" rtlCol="0" anchor="ctr"/>
          <a:lstStyle>
            <a:lvl1pPr algn="ctr" eaLnBrk="1" fontAlgn="auto" hangingPunct="1">
              <a:spcBef>
                <a:spcPts val="0"/>
              </a:spcBef>
              <a:spcAft>
                <a:spcPts val="0"/>
              </a:spcAft>
              <a:defRPr sz="3307">
                <a:solidFill>
                  <a:schemeClr val="tx1">
                    <a:tint val="82000"/>
                  </a:schemeClr>
                </a:solidFill>
                <a:latin typeface="+mn-lt"/>
              </a:defRPr>
            </a:lvl1pPr>
          </a:lstStyle>
          <a:p>
            <a:pPr>
              <a:defRPr/>
            </a:pPr>
            <a:endParaRPr lang="en-US" dirty="0"/>
          </a:p>
        </p:txBody>
      </p:sp>
      <p:sp>
        <p:nvSpPr>
          <p:cNvPr id="6" name="Slide Number Placeholder 5">
            <a:extLst>
              <a:ext uri="{FF2B5EF4-FFF2-40B4-BE49-F238E27FC236}">
                <a16:creationId xmlns:a16="http://schemas.microsoft.com/office/drawing/2014/main" id="{60A528D0-ADE4-4998-3B7C-2929E8FB26A9}"/>
              </a:ext>
            </a:extLst>
          </p:cNvPr>
          <p:cNvSpPr>
            <a:spLocks noGrp="1"/>
          </p:cNvSpPr>
          <p:nvPr>
            <p:ph type="sldNum" sz="quarter" idx="4"/>
          </p:nvPr>
        </p:nvSpPr>
        <p:spPr>
          <a:xfrm>
            <a:off x="17797463" y="30029150"/>
            <a:ext cx="5670550" cy="1725613"/>
          </a:xfrm>
          <a:prstGeom prst="rect">
            <a:avLst/>
          </a:prstGeom>
        </p:spPr>
        <p:txBody>
          <a:bodyPr vert="horz" lIns="91440" tIns="45720" rIns="91440" bIns="45720" rtlCol="0" anchor="ctr"/>
          <a:lstStyle>
            <a:lvl1pPr algn="r" eaLnBrk="1" fontAlgn="auto" hangingPunct="1">
              <a:spcBef>
                <a:spcPts val="0"/>
              </a:spcBef>
              <a:spcAft>
                <a:spcPts val="0"/>
              </a:spcAft>
              <a:defRPr sz="3307" smtClean="0">
                <a:solidFill>
                  <a:schemeClr val="tx1">
                    <a:tint val="82000"/>
                  </a:schemeClr>
                </a:solidFill>
                <a:latin typeface="+mn-lt"/>
              </a:defRPr>
            </a:lvl1pPr>
          </a:lstStyle>
          <a:p>
            <a:pPr>
              <a:defRPr/>
            </a:pPr>
            <a:fld id="{CBA7FD69-2704-4004-BF8D-C1D354716A0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519363" rtl="0" fontAlgn="base">
        <a:lnSpc>
          <a:spcPct val="90000"/>
        </a:lnSpc>
        <a:spcBef>
          <a:spcPct val="0"/>
        </a:spcBef>
        <a:spcAft>
          <a:spcPct val="0"/>
        </a:spcAft>
        <a:defRPr sz="12100" kern="1200">
          <a:solidFill>
            <a:schemeClr val="tx1"/>
          </a:solidFill>
          <a:latin typeface="+mj-lt"/>
          <a:ea typeface="+mj-ea"/>
          <a:cs typeface="+mj-cs"/>
        </a:defRPr>
      </a:lvl1pPr>
      <a:lvl2pPr algn="l" defTabSz="2519363" rtl="0" fontAlgn="base">
        <a:lnSpc>
          <a:spcPct val="90000"/>
        </a:lnSpc>
        <a:spcBef>
          <a:spcPct val="0"/>
        </a:spcBef>
        <a:spcAft>
          <a:spcPct val="0"/>
        </a:spcAft>
        <a:defRPr sz="12100">
          <a:solidFill>
            <a:schemeClr val="tx1"/>
          </a:solidFill>
          <a:latin typeface="Aptos Display" panose="020B0004020202020204" pitchFamily="34" charset="0"/>
        </a:defRPr>
      </a:lvl2pPr>
      <a:lvl3pPr algn="l" defTabSz="2519363" rtl="0" fontAlgn="base">
        <a:lnSpc>
          <a:spcPct val="90000"/>
        </a:lnSpc>
        <a:spcBef>
          <a:spcPct val="0"/>
        </a:spcBef>
        <a:spcAft>
          <a:spcPct val="0"/>
        </a:spcAft>
        <a:defRPr sz="12100">
          <a:solidFill>
            <a:schemeClr val="tx1"/>
          </a:solidFill>
          <a:latin typeface="Aptos Display" panose="020B0004020202020204" pitchFamily="34" charset="0"/>
        </a:defRPr>
      </a:lvl3pPr>
      <a:lvl4pPr algn="l" defTabSz="2519363" rtl="0" fontAlgn="base">
        <a:lnSpc>
          <a:spcPct val="90000"/>
        </a:lnSpc>
        <a:spcBef>
          <a:spcPct val="0"/>
        </a:spcBef>
        <a:spcAft>
          <a:spcPct val="0"/>
        </a:spcAft>
        <a:defRPr sz="12100">
          <a:solidFill>
            <a:schemeClr val="tx1"/>
          </a:solidFill>
          <a:latin typeface="Aptos Display" panose="020B0004020202020204" pitchFamily="34" charset="0"/>
        </a:defRPr>
      </a:lvl4pPr>
      <a:lvl5pPr algn="l" defTabSz="2519363" rtl="0" fontAlgn="base">
        <a:lnSpc>
          <a:spcPct val="90000"/>
        </a:lnSpc>
        <a:spcBef>
          <a:spcPct val="0"/>
        </a:spcBef>
        <a:spcAft>
          <a:spcPct val="0"/>
        </a:spcAft>
        <a:defRPr sz="12100">
          <a:solidFill>
            <a:schemeClr val="tx1"/>
          </a:solidFill>
          <a:latin typeface="Aptos Display" panose="020B0004020202020204" pitchFamily="34" charset="0"/>
        </a:defRPr>
      </a:lvl5pPr>
      <a:lvl6pPr marL="457200" algn="l" defTabSz="2519363" rtl="0" fontAlgn="base">
        <a:lnSpc>
          <a:spcPct val="90000"/>
        </a:lnSpc>
        <a:spcBef>
          <a:spcPct val="0"/>
        </a:spcBef>
        <a:spcAft>
          <a:spcPct val="0"/>
        </a:spcAft>
        <a:defRPr sz="12100">
          <a:solidFill>
            <a:schemeClr val="tx1"/>
          </a:solidFill>
          <a:latin typeface="Aptos Display" panose="020B0004020202020204" pitchFamily="34" charset="0"/>
        </a:defRPr>
      </a:lvl6pPr>
      <a:lvl7pPr marL="914400" algn="l" defTabSz="2519363" rtl="0" fontAlgn="base">
        <a:lnSpc>
          <a:spcPct val="90000"/>
        </a:lnSpc>
        <a:spcBef>
          <a:spcPct val="0"/>
        </a:spcBef>
        <a:spcAft>
          <a:spcPct val="0"/>
        </a:spcAft>
        <a:defRPr sz="12100">
          <a:solidFill>
            <a:schemeClr val="tx1"/>
          </a:solidFill>
          <a:latin typeface="Aptos Display" panose="020B0004020202020204" pitchFamily="34" charset="0"/>
        </a:defRPr>
      </a:lvl7pPr>
      <a:lvl8pPr marL="1371600" algn="l" defTabSz="2519363" rtl="0" fontAlgn="base">
        <a:lnSpc>
          <a:spcPct val="90000"/>
        </a:lnSpc>
        <a:spcBef>
          <a:spcPct val="0"/>
        </a:spcBef>
        <a:spcAft>
          <a:spcPct val="0"/>
        </a:spcAft>
        <a:defRPr sz="12100">
          <a:solidFill>
            <a:schemeClr val="tx1"/>
          </a:solidFill>
          <a:latin typeface="Aptos Display" panose="020B0004020202020204" pitchFamily="34" charset="0"/>
        </a:defRPr>
      </a:lvl8pPr>
      <a:lvl9pPr marL="1828800" algn="l" defTabSz="2519363" rtl="0" fontAlgn="base">
        <a:lnSpc>
          <a:spcPct val="90000"/>
        </a:lnSpc>
        <a:spcBef>
          <a:spcPct val="0"/>
        </a:spcBef>
        <a:spcAft>
          <a:spcPct val="0"/>
        </a:spcAft>
        <a:defRPr sz="12100">
          <a:solidFill>
            <a:schemeClr val="tx1"/>
          </a:solidFill>
          <a:latin typeface="Aptos Display" panose="020B0004020202020204" pitchFamily="34" charset="0"/>
        </a:defRPr>
      </a:lvl9pPr>
    </p:titleStyle>
    <p:bodyStyle>
      <a:lvl1pPr marL="628650" indent="-628650" algn="l" defTabSz="2519363" rtl="0" fontAlgn="base">
        <a:lnSpc>
          <a:spcPct val="90000"/>
        </a:lnSpc>
        <a:spcBef>
          <a:spcPts val="2750"/>
        </a:spcBef>
        <a:spcAft>
          <a:spcPct val="0"/>
        </a:spcAft>
        <a:buFont typeface="Arial" panose="020B0604020202020204" pitchFamily="34" charset="0"/>
        <a:buChar char="•"/>
        <a:defRPr sz="7700" kern="1200">
          <a:solidFill>
            <a:schemeClr val="tx1"/>
          </a:solidFill>
          <a:latin typeface="+mn-lt"/>
          <a:ea typeface="+mn-ea"/>
          <a:cs typeface="+mn-cs"/>
        </a:defRPr>
      </a:lvl1pPr>
      <a:lvl2pPr marL="1889125" indent="-628650" algn="l" defTabSz="2519363" rtl="0" fontAlgn="base">
        <a:lnSpc>
          <a:spcPct val="90000"/>
        </a:lnSpc>
        <a:spcBef>
          <a:spcPts val="1375"/>
        </a:spcBef>
        <a:spcAft>
          <a:spcPct val="0"/>
        </a:spcAft>
        <a:buFont typeface="Arial" panose="020B0604020202020204" pitchFamily="34" charset="0"/>
        <a:buChar char="•"/>
        <a:defRPr sz="6600" kern="1200">
          <a:solidFill>
            <a:schemeClr val="tx1"/>
          </a:solidFill>
          <a:latin typeface="+mn-lt"/>
          <a:ea typeface="+mn-ea"/>
          <a:cs typeface="+mn-cs"/>
        </a:defRPr>
      </a:lvl2pPr>
      <a:lvl3pPr marL="3149600" indent="-628650" algn="l" defTabSz="2519363" rtl="0" fontAlgn="base">
        <a:lnSpc>
          <a:spcPct val="90000"/>
        </a:lnSpc>
        <a:spcBef>
          <a:spcPts val="1375"/>
        </a:spcBef>
        <a:spcAft>
          <a:spcPct val="0"/>
        </a:spcAft>
        <a:buFont typeface="Arial" panose="020B0604020202020204" pitchFamily="34" charset="0"/>
        <a:buChar char="•"/>
        <a:defRPr sz="5500" kern="1200">
          <a:solidFill>
            <a:schemeClr val="tx1"/>
          </a:solidFill>
          <a:latin typeface="+mn-lt"/>
          <a:ea typeface="+mn-ea"/>
          <a:cs typeface="+mn-cs"/>
        </a:defRPr>
      </a:lvl3pPr>
      <a:lvl4pPr marL="4408488" indent="-628650" algn="l" defTabSz="2519363" rtl="0" fontAlgn="base">
        <a:lnSpc>
          <a:spcPct val="90000"/>
        </a:lnSpc>
        <a:spcBef>
          <a:spcPts val="1375"/>
        </a:spcBef>
        <a:spcAft>
          <a:spcPct val="0"/>
        </a:spcAft>
        <a:buFont typeface="Arial" panose="020B0604020202020204" pitchFamily="34" charset="0"/>
        <a:buChar char="•"/>
        <a:defRPr sz="4900" kern="1200">
          <a:solidFill>
            <a:schemeClr val="tx1"/>
          </a:solidFill>
          <a:latin typeface="+mn-lt"/>
          <a:ea typeface="+mn-ea"/>
          <a:cs typeface="+mn-cs"/>
        </a:defRPr>
      </a:lvl4pPr>
      <a:lvl5pPr marL="5668963" indent="-628650" algn="l" defTabSz="2519363" rtl="0" fontAlgn="base">
        <a:lnSpc>
          <a:spcPct val="90000"/>
        </a:lnSpc>
        <a:spcBef>
          <a:spcPts val="1375"/>
        </a:spcBef>
        <a:spcAft>
          <a:spcPct val="0"/>
        </a:spcAft>
        <a:buFont typeface="Arial" panose="020B0604020202020204" pitchFamily="34" charset="0"/>
        <a:buChar char="•"/>
        <a:defRPr sz="4900"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doi.org/10.3390/app14135599" TargetMode="External"/><Relationship Id="rId5" Type="http://schemas.openxmlformats.org/officeDocument/2006/relationships/hyperlink" Target="https://doi.org/10.3844/jcssp.2024.1430.1437" TargetMode="External"/><Relationship Id="rId4" Type="http://schemas.openxmlformats.org/officeDocument/2006/relationships/hyperlink" Target="https://doi.org/10.1007/s00521-024-10225-y" TargetMode="External"/><Relationship Id="rId9"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0A4146D-84D8-D620-D43C-BA4A36C10314}"/>
              </a:ext>
            </a:extLst>
          </p:cNvPr>
          <p:cNvSpPr txBox="1">
            <a:spLocks/>
          </p:cNvSpPr>
          <p:nvPr/>
        </p:nvSpPr>
        <p:spPr>
          <a:xfrm>
            <a:off x="7531197" y="200500"/>
            <a:ext cx="9410217" cy="3665446"/>
          </a:xfrm>
          <a:prstGeom prst="rect">
            <a:avLst/>
          </a:prstGeom>
          <a:noFill/>
          <a:ln>
            <a:noFill/>
          </a:ln>
        </p:spPr>
        <p:txBody>
          <a:bodyPr vert="horz" lIns="399126" tIns="199563" rIns="399126" bIns="199563" rtlCol="0" anchor="ctr">
            <a:noAutofit/>
          </a:bodyPr>
          <a:lstStyle>
            <a:lvl1pPr algn="ctr" defTabSz="3991265" rtl="0" eaLnBrk="1" latinLnBrk="0" hangingPunct="1">
              <a:spcBef>
                <a:spcPct val="0"/>
              </a:spcBef>
              <a:buNone/>
              <a:defRPr sz="19200" kern="1200">
                <a:solidFill>
                  <a:schemeClr val="tx1"/>
                </a:solidFill>
                <a:latin typeface="+mj-lt"/>
                <a:ea typeface="+mj-ea"/>
                <a:cs typeface="+mj-cs"/>
              </a:defRPr>
            </a:lvl1pPr>
          </a:lstStyle>
          <a:p>
            <a:pPr>
              <a:spcBef>
                <a:spcPts val="0"/>
              </a:spcBef>
              <a:buClr>
                <a:schemeClr val="lt1"/>
              </a:buClr>
              <a:buSzPts val="6600"/>
            </a:pPr>
            <a:r>
              <a:rPr lang="en-US" sz="4400" dirty="0">
                <a:solidFill>
                  <a:schemeClr val="bg1"/>
                </a:solidFill>
                <a:latin typeface="Arial" panose="020B0604020202020204" pitchFamily="34" charset="0"/>
                <a:cs typeface="Arial" panose="020B0604020202020204" pitchFamily="34" charset="0"/>
              </a:rPr>
              <a:t>[CNN-Based Skin Lesion Classification]</a:t>
            </a:r>
            <a:br>
              <a:rPr lang="en-US" sz="4400" b="1" dirty="0">
                <a:solidFill>
                  <a:schemeClr val="bg1"/>
                </a:solidFill>
                <a:latin typeface="Arial" panose="020B0604020202020204" pitchFamily="34" charset="0"/>
                <a:ea typeface="Arial"/>
                <a:cs typeface="Arial" panose="020B0604020202020204" pitchFamily="34" charset="0"/>
                <a:sym typeface="Arial"/>
              </a:rPr>
            </a:br>
            <a:r>
              <a:rPr lang="en-US" sz="4400" b="1" dirty="0">
                <a:solidFill>
                  <a:schemeClr val="bg1"/>
                </a:solidFill>
                <a:latin typeface="Arial" panose="020B0604020202020204" pitchFamily="34" charset="0"/>
                <a:cs typeface="Arial" panose="020B0604020202020204" pitchFamily="34" charset="0"/>
              </a:rPr>
              <a:t>[Salma Khaled Abdel Samee]</a:t>
            </a:r>
            <a:endParaRPr lang="en-US" sz="4400" dirty="0">
              <a:solidFill>
                <a:schemeClr val="bg1"/>
              </a:solidFill>
              <a:latin typeface="Arial" panose="020B0604020202020204" pitchFamily="34" charset="0"/>
              <a:cs typeface="Arial" panose="020B0604020202020204" pitchFamily="34" charset="0"/>
            </a:endParaRPr>
          </a:p>
          <a:p>
            <a:pPr>
              <a:spcBef>
                <a:spcPts val="0"/>
              </a:spcBef>
              <a:buClr>
                <a:srgbClr val="FFCF21"/>
              </a:buClr>
              <a:buSzPts val="4400"/>
            </a:pPr>
            <a:r>
              <a:rPr lang="en-US" sz="4400" b="1" dirty="0">
                <a:solidFill>
                  <a:schemeClr val="bg1"/>
                </a:solidFill>
                <a:latin typeface="Arial" panose="020B0604020202020204" pitchFamily="34" charset="0"/>
                <a:cs typeface="Arial" panose="020B0604020202020204" pitchFamily="34" charset="0"/>
              </a:rPr>
              <a:t>[DR. Hassan Ayad]</a:t>
            </a:r>
            <a:br>
              <a:rPr lang="en-US" sz="4400" b="1" dirty="0">
                <a:solidFill>
                  <a:schemeClr val="bg1"/>
                </a:solidFill>
                <a:latin typeface="Arial" panose="020B0604020202020204" pitchFamily="34" charset="0"/>
                <a:ea typeface="Arial"/>
                <a:cs typeface="Arial" panose="020B0604020202020204" pitchFamily="34" charset="0"/>
                <a:sym typeface="Arial"/>
              </a:rPr>
            </a:br>
            <a:r>
              <a:rPr lang="en-US" sz="4400" b="1" dirty="0">
                <a:solidFill>
                  <a:schemeClr val="bg1"/>
                </a:solidFill>
                <a:latin typeface="Arial" panose="020B0604020202020204" pitchFamily="34" charset="0"/>
                <a:ea typeface="Arial"/>
                <a:cs typeface="Arial" panose="020B0604020202020204" pitchFamily="34" charset="0"/>
                <a:sym typeface="Arial"/>
              </a:rPr>
              <a:t> [Artificial Intelligence]</a:t>
            </a:r>
          </a:p>
        </p:txBody>
      </p:sp>
      <p:sp>
        <p:nvSpPr>
          <p:cNvPr id="9" name="Rectangle 8">
            <a:extLst>
              <a:ext uri="{FF2B5EF4-FFF2-40B4-BE49-F238E27FC236}">
                <a16:creationId xmlns:a16="http://schemas.microsoft.com/office/drawing/2014/main" id="{15CD1808-C91C-8C5D-C2BD-D50253356CCF}"/>
              </a:ext>
            </a:extLst>
          </p:cNvPr>
          <p:cNvSpPr/>
          <p:nvPr/>
        </p:nvSpPr>
        <p:spPr>
          <a:xfrm>
            <a:off x="10065545" y="4063169"/>
            <a:ext cx="14784484" cy="13218992"/>
          </a:xfrm>
          <a:prstGeom prst="rect">
            <a:avLst/>
          </a:prstGeom>
          <a:solidFill>
            <a:schemeClr val="bg1"/>
          </a:solidFill>
          <a:ln>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b="1" dirty="0">
              <a:solidFill>
                <a:schemeClr val="bg1"/>
              </a:solidFill>
              <a:latin typeface="Arial" pitchFamily="34" charset="0"/>
              <a:cs typeface="Arial" pitchFamily="34" charset="0"/>
            </a:endParaRPr>
          </a:p>
          <a:p>
            <a:endParaRPr lang="en-US" sz="4800" b="1" dirty="0">
              <a:solidFill>
                <a:schemeClr val="bg1"/>
              </a:solidFill>
              <a:latin typeface="Arial" pitchFamily="34" charset="0"/>
              <a:cs typeface="Arial" pitchFamily="34" charset="0"/>
            </a:endParaRPr>
          </a:p>
          <a:p>
            <a:endParaRPr lang="en-US" sz="4800" b="1" dirty="0">
              <a:solidFill>
                <a:schemeClr val="bg1"/>
              </a:solidFill>
              <a:latin typeface="Arial" pitchFamily="34" charset="0"/>
              <a:cs typeface="Arial" pitchFamily="34" charset="0"/>
            </a:endParaRPr>
          </a:p>
          <a:p>
            <a:endParaRPr lang="en-US" sz="4800" b="1" dirty="0">
              <a:solidFill>
                <a:schemeClr val="bg1"/>
              </a:solidFill>
              <a:latin typeface="Arial" pitchFamily="34" charset="0"/>
              <a:cs typeface="Arial" pitchFamily="34" charset="0"/>
            </a:endParaRPr>
          </a:p>
          <a:p>
            <a:endParaRPr lang="en-US" sz="4800" b="1" dirty="0">
              <a:solidFill>
                <a:schemeClr val="bg1"/>
              </a:solidFill>
              <a:latin typeface="Arial" pitchFamily="34" charset="0"/>
              <a:cs typeface="Arial" pitchFamily="34" charset="0"/>
            </a:endParaRPr>
          </a:p>
          <a:p>
            <a:endParaRPr lang="en-US" sz="4800" b="1" dirty="0">
              <a:solidFill>
                <a:schemeClr val="bg1"/>
              </a:solidFill>
              <a:latin typeface="Arial" pitchFamily="34" charset="0"/>
              <a:cs typeface="Arial" pitchFamily="34" charset="0"/>
            </a:endParaRPr>
          </a:p>
        </p:txBody>
      </p:sp>
      <p:sp>
        <p:nvSpPr>
          <p:cNvPr id="10" name="Text Placeholder 23">
            <a:extLst>
              <a:ext uri="{FF2B5EF4-FFF2-40B4-BE49-F238E27FC236}">
                <a16:creationId xmlns:a16="http://schemas.microsoft.com/office/drawing/2014/main" id="{24DEA604-2A4D-D0C4-07FC-4D11BD37112B}"/>
              </a:ext>
            </a:extLst>
          </p:cNvPr>
          <p:cNvSpPr txBox="1">
            <a:spLocks/>
          </p:cNvSpPr>
          <p:nvPr/>
        </p:nvSpPr>
        <p:spPr>
          <a:xfrm>
            <a:off x="10098410" y="4063168"/>
            <a:ext cx="14755659" cy="1239870"/>
          </a:xfrm>
          <a:prstGeom prst="rect">
            <a:avLst/>
          </a:prstGeom>
          <a:gradFill>
            <a:gsLst>
              <a:gs pos="6000">
                <a:schemeClr val="accent6">
                  <a:lumMod val="20000"/>
                  <a:lumOff val="80000"/>
                </a:schemeClr>
              </a:gs>
              <a:gs pos="62250">
                <a:srgbClr val="CC99FF"/>
              </a:gs>
              <a:gs pos="41500">
                <a:srgbClr val="CC99FF"/>
              </a:gs>
              <a:gs pos="0">
                <a:srgbClr val="CC99FF"/>
              </a:gs>
              <a:gs pos="83000">
                <a:srgbClr val="CC99FF"/>
              </a:gs>
            </a:gsLst>
            <a:lin ang="16200000" scaled="1"/>
          </a:gradFill>
        </p:spPr>
        <p:txBody>
          <a:bodyPr vert="horz" lIns="365760" tIns="45720" rIns="91440" bIns="45720" rtlCol="0" anchor="ctr">
            <a:noAutofit/>
          </a:bodyPr>
          <a:lstStyle>
            <a:lvl1pPr marL="0" indent="0" algn="ctr" defTabSz="4035991" rtl="0" eaLnBrk="1" latinLnBrk="0" hangingPunct="1">
              <a:lnSpc>
                <a:spcPct val="100000"/>
              </a:lnSpc>
              <a:spcBef>
                <a:spcPts val="0"/>
              </a:spcBef>
              <a:buClr>
                <a:schemeClr val="bg1">
                  <a:lumMod val="65000"/>
                </a:schemeClr>
              </a:buClr>
              <a:buFont typeface="Arial" panose="020B0604020202020204" pitchFamily="34" charset="0"/>
              <a:buNone/>
              <a:defRPr sz="4965" kern="1200" cap="none" baseline="0">
                <a:solidFill>
                  <a:schemeClr val="bg1"/>
                </a:solidFill>
                <a:latin typeface="+mj-lt"/>
                <a:ea typeface="+mn-ea"/>
                <a:cs typeface="+mn-cs"/>
              </a:defRPr>
            </a:lvl1pPr>
            <a:lvl2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2pPr>
            <a:lvl3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3pPr>
            <a:lvl4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4pPr>
            <a:lvl5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5pPr>
            <a:lvl6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6pPr>
            <a:lvl7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7pPr>
            <a:lvl8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8pPr>
            <a:lvl9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9pPr>
          </a:lstStyle>
          <a:p>
            <a:pPr>
              <a:buClr>
                <a:sysClr val="window" lastClr="FFFFFF">
                  <a:lumMod val="65000"/>
                </a:sysClr>
              </a:buClr>
              <a:defRPr/>
            </a:pPr>
            <a:r>
              <a:rPr lang="en-US" sz="3400" b="1" dirty="0">
                <a:ln w="0"/>
                <a:solidFill>
                  <a:schemeClr val="tx1"/>
                </a:solidFill>
                <a:latin typeface="Arial" panose="020B0604020202020204" pitchFamily="34" charset="0"/>
                <a:cs typeface="Arial" panose="020B0604020202020204" pitchFamily="34" charset="0"/>
              </a:rPr>
              <a:t>Workflow</a:t>
            </a:r>
            <a:endParaRPr lang="en-US" sz="3400" b="1" dirty="0">
              <a:solidFill>
                <a:schemeClr val="tx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93B43277-2CD6-74D3-E294-33A391B91E9B}"/>
              </a:ext>
            </a:extLst>
          </p:cNvPr>
          <p:cNvSpPr txBox="1"/>
          <p:nvPr/>
        </p:nvSpPr>
        <p:spPr>
          <a:xfrm>
            <a:off x="10401749" y="5558700"/>
            <a:ext cx="14191908" cy="492444"/>
          </a:xfrm>
          <a:prstGeom prst="rect">
            <a:avLst/>
          </a:prstGeom>
          <a:noFill/>
        </p:spPr>
        <p:txBody>
          <a:bodyPr wrap="square" rtlCol="0">
            <a:spAutoFit/>
          </a:bodyPr>
          <a:lstStyle/>
          <a:p>
            <a:pPr algn="just"/>
            <a:endParaRPr lang="en-US" sz="2600" b="1" dirty="0">
              <a:latin typeface="Arial" panose="020B0604020202020204" pitchFamily="34" charset="0"/>
              <a:cs typeface="Arial" panose="020B0604020202020204" pitchFamily="34" charset="0"/>
            </a:endParaRPr>
          </a:p>
        </p:txBody>
      </p:sp>
      <p:sp>
        <p:nvSpPr>
          <p:cNvPr id="13" name="Text Placeholder 23">
            <a:extLst>
              <a:ext uri="{FF2B5EF4-FFF2-40B4-BE49-F238E27FC236}">
                <a16:creationId xmlns:a16="http://schemas.microsoft.com/office/drawing/2014/main" id="{5CF64091-47B7-EB64-BE82-18773656F51E}"/>
              </a:ext>
            </a:extLst>
          </p:cNvPr>
          <p:cNvSpPr txBox="1">
            <a:spLocks/>
          </p:cNvSpPr>
          <p:nvPr/>
        </p:nvSpPr>
        <p:spPr>
          <a:xfrm>
            <a:off x="345906" y="4063168"/>
            <a:ext cx="9410217" cy="1239870"/>
          </a:xfrm>
          <a:prstGeom prst="rect">
            <a:avLst/>
          </a:prstGeom>
          <a:gradFill>
            <a:gsLst>
              <a:gs pos="6000">
                <a:schemeClr val="accent6">
                  <a:lumMod val="20000"/>
                  <a:lumOff val="80000"/>
                </a:schemeClr>
              </a:gs>
              <a:gs pos="62250">
                <a:srgbClr val="CC99FF"/>
              </a:gs>
              <a:gs pos="41500">
                <a:srgbClr val="CC99FF"/>
              </a:gs>
              <a:gs pos="0">
                <a:srgbClr val="CC99FF"/>
              </a:gs>
              <a:gs pos="83000">
                <a:srgbClr val="CC99FF"/>
              </a:gs>
            </a:gsLst>
            <a:lin ang="16200000" scaled="1"/>
          </a:gradFill>
          <a:ln w="41275">
            <a:noFill/>
          </a:ln>
        </p:spPr>
        <p:txBody>
          <a:bodyPr vert="horz" lIns="365760" tIns="45720" rIns="91440" bIns="45720" rtlCol="0" anchor="ctr">
            <a:noAutofit/>
          </a:bodyPr>
          <a:lstStyle>
            <a:lvl1pPr marL="0" indent="0" algn="ctr" defTabSz="4035991" rtl="0" eaLnBrk="1" latinLnBrk="0" hangingPunct="1">
              <a:lnSpc>
                <a:spcPct val="100000"/>
              </a:lnSpc>
              <a:spcBef>
                <a:spcPts val="0"/>
              </a:spcBef>
              <a:buClr>
                <a:schemeClr val="bg1">
                  <a:lumMod val="65000"/>
                </a:schemeClr>
              </a:buClr>
              <a:buFont typeface="Arial" panose="020B0604020202020204" pitchFamily="34" charset="0"/>
              <a:buNone/>
              <a:defRPr sz="4965" kern="1200" cap="none" baseline="0">
                <a:solidFill>
                  <a:schemeClr val="bg1"/>
                </a:solidFill>
                <a:latin typeface="+mj-lt"/>
                <a:ea typeface="+mn-ea"/>
                <a:cs typeface="+mn-cs"/>
              </a:defRPr>
            </a:lvl1pPr>
            <a:lvl2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2pPr>
            <a:lvl3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3pPr>
            <a:lvl4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4pPr>
            <a:lvl5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5pPr>
            <a:lvl6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6pPr>
            <a:lvl7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7pPr>
            <a:lvl8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8pPr>
            <a:lvl9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9pPr>
          </a:lstStyle>
          <a:p>
            <a:pPr>
              <a:buClr>
                <a:sysClr val="window" lastClr="FFFFFF">
                  <a:lumMod val="65000"/>
                </a:sysClr>
              </a:buClr>
              <a:defRPr/>
            </a:pPr>
            <a:r>
              <a:rPr lang="en-US" sz="3400" b="1" dirty="0">
                <a:solidFill>
                  <a:schemeClr val="tx1"/>
                </a:solidFill>
                <a:latin typeface="Arial" panose="020B0604020202020204" pitchFamily="34" charset="0"/>
                <a:cs typeface="Arial" panose="020B0604020202020204" pitchFamily="34" charset="0"/>
              </a:rPr>
              <a:t>Introduction</a:t>
            </a:r>
          </a:p>
        </p:txBody>
      </p:sp>
      <p:pic>
        <p:nvPicPr>
          <p:cNvPr id="14" name="Picture 13" descr="A black background with white text&#10;&#10;Description automatically generated">
            <a:extLst>
              <a:ext uri="{FF2B5EF4-FFF2-40B4-BE49-F238E27FC236}">
                <a16:creationId xmlns:a16="http://schemas.microsoft.com/office/drawing/2014/main" id="{D5583D31-79B8-0966-1583-662A686ABE8D}"/>
              </a:ext>
            </a:extLst>
          </p:cNvPr>
          <p:cNvPicPr>
            <a:picLocks noChangeAspect="1"/>
          </p:cNvPicPr>
          <p:nvPr/>
        </p:nvPicPr>
        <p:blipFill>
          <a:blip r:embed="rId3" cstate="print">
            <a:extLst>
              <a:ext uri="{28A0092B-C50C-407E-A947-70E740481C1C}">
                <a14:useLocalDpi xmlns:a14="http://schemas.microsoft.com/office/drawing/2010/main" val="0"/>
              </a:ext>
            </a:extLst>
          </a:blip>
          <a:srcRect t="35113" b="31103"/>
          <a:stretch>
            <a:fillRect/>
          </a:stretch>
        </p:blipFill>
        <p:spPr>
          <a:xfrm>
            <a:off x="16941414" y="24262"/>
            <a:ext cx="8258561" cy="4017922"/>
          </a:xfrm>
          <a:prstGeom prst="rect">
            <a:avLst/>
          </a:prstGeom>
        </p:spPr>
      </p:pic>
      <p:sp>
        <p:nvSpPr>
          <p:cNvPr id="15" name="TextBox 14">
            <a:extLst>
              <a:ext uri="{FF2B5EF4-FFF2-40B4-BE49-F238E27FC236}">
                <a16:creationId xmlns:a16="http://schemas.microsoft.com/office/drawing/2014/main" id="{374D9F87-C8CF-24CC-29D6-068A13C26548}"/>
              </a:ext>
            </a:extLst>
          </p:cNvPr>
          <p:cNvSpPr txBox="1"/>
          <p:nvPr/>
        </p:nvSpPr>
        <p:spPr>
          <a:xfrm>
            <a:off x="468057" y="1152403"/>
            <a:ext cx="8258560" cy="2026067"/>
          </a:xfrm>
          <a:prstGeom prst="rect">
            <a:avLst/>
          </a:prstGeom>
          <a:noFill/>
        </p:spPr>
        <p:txBody>
          <a:bodyPr wrap="square" rtlCol="0">
            <a:spAutoFit/>
          </a:bodyPr>
          <a:lstStyle/>
          <a:p>
            <a:pPr>
              <a:lnSpc>
                <a:spcPts val="5080"/>
              </a:lnSpc>
            </a:pPr>
            <a:r>
              <a:rPr lang="en-GB" sz="4000" b="1" spc="-150" dirty="0">
                <a:solidFill>
                  <a:schemeClr val="bg1"/>
                </a:solidFill>
                <a:latin typeface="Arial" panose="020B0604020202020204" pitchFamily="34" charset="0"/>
                <a:ea typeface="ADLaM Display" panose="020F0502020204030204" pitchFamily="2" charset="0"/>
                <a:cs typeface="Arial" panose="020B0604020202020204" pitchFamily="34" charset="0"/>
              </a:rPr>
              <a:t>SCHOOL OF</a:t>
            </a:r>
          </a:p>
          <a:p>
            <a:pPr>
              <a:lnSpc>
                <a:spcPts val="5080"/>
              </a:lnSpc>
            </a:pPr>
            <a:r>
              <a:rPr lang="en-GB" sz="4000" b="1" spc="-150" dirty="0">
                <a:solidFill>
                  <a:schemeClr val="bg1"/>
                </a:solidFill>
                <a:latin typeface="Arial" panose="020B0604020202020204" pitchFamily="34" charset="0"/>
                <a:ea typeface="ADLaM Display" panose="020F0502020204030204" pitchFamily="2" charset="0"/>
                <a:cs typeface="Arial" panose="020B0604020202020204" pitchFamily="34" charset="0"/>
              </a:rPr>
              <a:t>ENGINEERING &amp; COMPUTER SCIENCE</a:t>
            </a:r>
            <a:endParaRPr lang="en-US" sz="4000" b="1" spc="-150" dirty="0">
              <a:solidFill>
                <a:schemeClr val="bg1"/>
              </a:solidFill>
              <a:latin typeface="Arial" panose="020B0604020202020204" pitchFamily="34" charset="0"/>
              <a:ea typeface="ADLaM Display" panose="020F0502020204030204" pitchFamily="2" charset="0"/>
              <a:cs typeface="Arial" panose="020B0604020202020204" pitchFamily="34" charset="0"/>
            </a:endParaRPr>
          </a:p>
        </p:txBody>
      </p:sp>
      <p:sp>
        <p:nvSpPr>
          <p:cNvPr id="18" name="Rectangle 17">
            <a:extLst>
              <a:ext uri="{FF2B5EF4-FFF2-40B4-BE49-F238E27FC236}">
                <a16:creationId xmlns:a16="http://schemas.microsoft.com/office/drawing/2014/main" id="{4F3F7655-1EC0-6DF6-FE30-C84BAEA14C5D}"/>
              </a:ext>
            </a:extLst>
          </p:cNvPr>
          <p:cNvSpPr/>
          <p:nvPr/>
        </p:nvSpPr>
        <p:spPr>
          <a:xfrm>
            <a:off x="10022082" y="17842183"/>
            <a:ext cx="14734676" cy="9433744"/>
          </a:xfrm>
          <a:prstGeom prst="rect">
            <a:avLst/>
          </a:prstGeom>
          <a:solidFill>
            <a:schemeClr val="bg1"/>
          </a:solidFill>
          <a:ln>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350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b="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b="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b="0" dirty="0">
              <a:solidFill>
                <a:schemeClr val="tx1"/>
              </a:solidFill>
              <a:latin typeface="Arial" panose="020B0604020202020204" pitchFamily="34" charset="0"/>
              <a:cs typeface="Arial" panose="020B0604020202020204" pitchFamily="34" charset="0"/>
            </a:endParaRPr>
          </a:p>
          <a:p>
            <a:endParaRPr lang="en-US" sz="3500" b="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a:p>
            <a:endParaRPr lang="en-US" sz="3500" b="0" dirty="0">
              <a:solidFill>
                <a:schemeClr val="tx1"/>
              </a:solidFill>
              <a:latin typeface="Arial" panose="020B0604020202020204" pitchFamily="34" charset="0"/>
              <a:cs typeface="Arial" panose="020B0604020202020204" pitchFamily="34" charset="0"/>
            </a:endParaRPr>
          </a:p>
          <a:p>
            <a:endParaRPr lang="en-US" sz="3500" dirty="0">
              <a:solidFill>
                <a:schemeClr val="tx1"/>
              </a:solidFill>
              <a:latin typeface="Arial" panose="020B0604020202020204" pitchFamily="34" charset="0"/>
              <a:cs typeface="Arial" panose="020B0604020202020204" pitchFamily="34" charset="0"/>
            </a:endParaRPr>
          </a:p>
        </p:txBody>
      </p:sp>
      <p:sp>
        <p:nvSpPr>
          <p:cNvPr id="19" name="Text Placeholder 23">
            <a:extLst>
              <a:ext uri="{FF2B5EF4-FFF2-40B4-BE49-F238E27FC236}">
                <a16:creationId xmlns:a16="http://schemas.microsoft.com/office/drawing/2014/main" id="{D2E69FA9-791E-7E46-1B70-9BBFAD70F2F2}"/>
              </a:ext>
            </a:extLst>
          </p:cNvPr>
          <p:cNvSpPr txBox="1">
            <a:spLocks/>
          </p:cNvSpPr>
          <p:nvPr/>
        </p:nvSpPr>
        <p:spPr>
          <a:xfrm>
            <a:off x="10022083" y="17842183"/>
            <a:ext cx="14734675" cy="813089"/>
          </a:xfrm>
          <a:prstGeom prst="rect">
            <a:avLst/>
          </a:prstGeom>
          <a:gradFill>
            <a:gsLst>
              <a:gs pos="6000">
                <a:schemeClr val="accent6">
                  <a:lumMod val="20000"/>
                  <a:lumOff val="80000"/>
                </a:schemeClr>
              </a:gs>
              <a:gs pos="62250">
                <a:srgbClr val="CC99FF"/>
              </a:gs>
              <a:gs pos="41500">
                <a:srgbClr val="CC99FF"/>
              </a:gs>
              <a:gs pos="0">
                <a:srgbClr val="CC99FF"/>
              </a:gs>
              <a:gs pos="83000">
                <a:srgbClr val="CC99FF"/>
              </a:gs>
            </a:gsLst>
            <a:lin ang="16200000" scaled="1"/>
          </a:gradFill>
          <a:ln w="41275">
            <a:noFill/>
          </a:ln>
        </p:spPr>
        <p:txBody>
          <a:bodyPr vert="horz" lIns="365760" tIns="45720" rIns="91440" bIns="45720" rtlCol="0" anchor="ctr">
            <a:noAutofit/>
          </a:bodyPr>
          <a:lstStyle>
            <a:lvl1pPr marL="0" indent="0" algn="ctr" defTabSz="4035991" rtl="0" eaLnBrk="1" latinLnBrk="0" hangingPunct="1">
              <a:lnSpc>
                <a:spcPct val="100000"/>
              </a:lnSpc>
              <a:spcBef>
                <a:spcPts val="0"/>
              </a:spcBef>
              <a:buClr>
                <a:schemeClr val="bg1">
                  <a:lumMod val="65000"/>
                </a:schemeClr>
              </a:buClr>
              <a:buFont typeface="Arial" panose="020B0604020202020204" pitchFamily="34" charset="0"/>
              <a:buNone/>
              <a:defRPr sz="4965" kern="1200" cap="none" baseline="0">
                <a:solidFill>
                  <a:schemeClr val="bg1"/>
                </a:solidFill>
                <a:latin typeface="+mj-lt"/>
                <a:ea typeface="+mn-ea"/>
                <a:cs typeface="+mn-cs"/>
              </a:defRPr>
            </a:lvl1pPr>
            <a:lvl2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2pPr>
            <a:lvl3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3pPr>
            <a:lvl4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4pPr>
            <a:lvl5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5pPr>
            <a:lvl6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6pPr>
            <a:lvl7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7pPr>
            <a:lvl8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8pPr>
            <a:lvl9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9pPr>
          </a:lstStyle>
          <a:p>
            <a:pPr>
              <a:buClr>
                <a:sysClr val="window" lastClr="FFFFFF">
                  <a:lumMod val="65000"/>
                </a:sysClr>
              </a:buClr>
              <a:defRPr/>
            </a:pPr>
            <a:r>
              <a:rPr lang="en-US" sz="3400" b="1" dirty="0">
                <a:solidFill>
                  <a:schemeClr val="tx1"/>
                </a:solidFill>
                <a:latin typeface="Arial" panose="020B0604020202020204" pitchFamily="34" charset="0"/>
                <a:cs typeface="Arial" panose="020B0604020202020204" pitchFamily="34" charset="0"/>
              </a:rPr>
              <a:t>Results</a:t>
            </a:r>
          </a:p>
        </p:txBody>
      </p:sp>
      <p:sp>
        <p:nvSpPr>
          <p:cNvPr id="20" name="Google Shape;117;p13">
            <a:extLst>
              <a:ext uri="{FF2B5EF4-FFF2-40B4-BE49-F238E27FC236}">
                <a16:creationId xmlns:a16="http://schemas.microsoft.com/office/drawing/2014/main" id="{B2CD125F-2656-74B2-38A2-16E2D440C0CA}"/>
              </a:ext>
            </a:extLst>
          </p:cNvPr>
          <p:cNvSpPr/>
          <p:nvPr/>
        </p:nvSpPr>
        <p:spPr>
          <a:xfrm>
            <a:off x="269419" y="18655272"/>
            <a:ext cx="9456235" cy="13232912"/>
          </a:xfrm>
          <a:prstGeom prst="rect">
            <a:avLst/>
          </a:prstGeom>
          <a:solidFill>
            <a:schemeClr val="lt1"/>
          </a:solidFill>
          <a:ln>
            <a:noFill/>
          </a:ln>
        </p:spPr>
        <p:txBody>
          <a:bodyPr spcFirstLastPara="1" wrap="square" lIns="91425" tIns="45700" rIns="91425" bIns="45700" anchor="ctr" anchorCtr="0">
            <a:noAutofit/>
          </a:bodyPr>
          <a:lstStyle/>
          <a:p>
            <a:r>
              <a:rPr lang="en-US" sz="3100" b="1" dirty="0">
                <a:latin typeface="Arial" panose="020B0604020202020204" pitchFamily="34" charset="0"/>
                <a:cs typeface="Arial" panose="020B0604020202020204" pitchFamily="34" charset="0"/>
              </a:rPr>
              <a:t>Data Collection</a:t>
            </a:r>
            <a:r>
              <a:rPr lang="en-US" sz="3100" dirty="0">
                <a:latin typeface="Arial" panose="020B0604020202020204" pitchFamily="34" charset="0"/>
                <a:cs typeface="Arial" panose="020B0604020202020204" pitchFamily="34" charset="0"/>
              </a:rPr>
              <a:t>: Seven skin lesion classes including dermoscopic images with built-in class imbalance were incorporated in the HAM10000 dataset.</a:t>
            </a:r>
          </a:p>
          <a:p>
            <a:r>
              <a:rPr lang="en-US" sz="3100" b="1" dirty="0">
                <a:latin typeface="Arial" panose="020B0604020202020204" pitchFamily="34" charset="0"/>
                <a:cs typeface="Arial" panose="020B0604020202020204" pitchFamily="34" charset="0"/>
              </a:rPr>
              <a:t>Data Pre-processing</a:t>
            </a:r>
            <a:r>
              <a:rPr lang="en-US" sz="3100" dirty="0">
                <a:latin typeface="Arial" panose="020B0604020202020204" pitchFamily="34" charset="0"/>
                <a:cs typeface="Arial" panose="020B0604020202020204" pitchFamily="34" charset="0"/>
              </a:rPr>
              <a:t>: Resized images to a constant input size and using ImageNet normalization. Ensure data accuracy by eliminating duplicates. </a:t>
            </a:r>
          </a:p>
          <a:p>
            <a:r>
              <a:rPr lang="en-US" sz="3100" b="1" dirty="0">
                <a:latin typeface="Arial" panose="020B0604020202020204" pitchFamily="34" charset="0"/>
                <a:cs typeface="Arial" panose="020B0604020202020204" pitchFamily="34" charset="0"/>
              </a:rPr>
              <a:t>Methods Used</a:t>
            </a:r>
            <a:r>
              <a:rPr lang="en-US" sz="3100" dirty="0">
                <a:latin typeface="Arial" panose="020B0604020202020204" pitchFamily="34" charset="0"/>
                <a:cs typeface="Arial" panose="020B0604020202020204" pitchFamily="34" charset="0"/>
              </a:rPr>
              <a:t>: the following two methods were used: custom CNN (3 and 5 convolutional layers) and transfer learning using EfficientNet, ResNet, and VGG.</a:t>
            </a:r>
          </a:p>
          <a:p>
            <a:r>
              <a:rPr lang="en-US" sz="3100" b="1" dirty="0">
                <a:latin typeface="Arial" panose="020B0604020202020204" pitchFamily="34" charset="0"/>
                <a:cs typeface="Arial" panose="020B0604020202020204" pitchFamily="34" charset="0"/>
              </a:rPr>
              <a:t>Steps Taken</a:t>
            </a:r>
            <a:r>
              <a:rPr lang="en-US" sz="3100" dirty="0">
                <a:latin typeface="Arial" panose="020B0604020202020204" pitchFamily="34" charset="0"/>
                <a:cs typeface="Arial" panose="020B0604020202020204" pitchFamily="34" charset="0"/>
              </a:rPr>
              <a:t>: Training the models on the original dataset at first, after that using augmentation via rotation, flipping and color jitter to up sample minority classes, down sampling majority classes for dataset balancing.</a:t>
            </a:r>
          </a:p>
          <a:p>
            <a:r>
              <a:rPr lang="en-US" sz="3100" b="1" dirty="0">
                <a:latin typeface="Arial" panose="020B0604020202020204" pitchFamily="34" charset="0"/>
                <a:cs typeface="Arial" panose="020B0604020202020204" pitchFamily="34" charset="0"/>
              </a:rPr>
              <a:t>Tools Employed</a:t>
            </a:r>
            <a:r>
              <a:rPr lang="en-US" sz="3100" dirty="0">
                <a:latin typeface="Arial" panose="020B0604020202020204" pitchFamily="34" charset="0"/>
                <a:cs typeface="Arial" panose="020B0604020202020204" pitchFamily="34" charset="0"/>
              </a:rPr>
              <a:t>: Python, PyTorch, NumPy, Pandas, and Matplotlib were used for implementation and visualization.</a:t>
            </a:r>
          </a:p>
          <a:p>
            <a:r>
              <a:rPr lang="en-US" sz="3100" b="1" dirty="0">
                <a:latin typeface="Arial" panose="020B0604020202020204" pitchFamily="34" charset="0"/>
                <a:cs typeface="Arial" panose="020B0604020202020204" pitchFamily="34" charset="0"/>
              </a:rPr>
              <a:t>Analysis Methods</a:t>
            </a:r>
            <a:r>
              <a:rPr lang="en-US" sz="3100" dirty="0">
                <a:latin typeface="Arial" panose="020B0604020202020204" pitchFamily="34" charset="0"/>
                <a:cs typeface="Arial" panose="020B0604020202020204" pitchFamily="34" charset="0"/>
              </a:rPr>
              <a:t>: evaluating the performance by accuracy, loss, precision, recall, F1-scorre, confusion matrix, and ROC-AUC.</a:t>
            </a:r>
          </a:p>
          <a:p>
            <a:endParaRPr lang="en-US" sz="3100" dirty="0">
              <a:latin typeface="Arial" panose="020B0604020202020204" pitchFamily="34" charset="0"/>
              <a:cs typeface="Arial" panose="020B0604020202020204" pitchFamily="34" charset="0"/>
            </a:endParaRPr>
          </a:p>
          <a:p>
            <a:endParaRPr lang="en-US" sz="3100" dirty="0">
              <a:latin typeface="Arial" panose="020B0604020202020204" pitchFamily="34" charset="0"/>
              <a:cs typeface="Arial" panose="020B0604020202020204" pitchFamily="34" charset="0"/>
            </a:endParaRPr>
          </a:p>
          <a:p>
            <a:endParaRPr lang="en-US" sz="3100" dirty="0">
              <a:latin typeface="Arial" panose="020B0604020202020204" pitchFamily="34" charset="0"/>
              <a:cs typeface="Arial" panose="020B0604020202020204" pitchFamily="34" charset="0"/>
            </a:endParaRPr>
          </a:p>
          <a:p>
            <a:endParaRPr lang="en-US" sz="3100" dirty="0">
              <a:latin typeface="Arial" panose="020B0604020202020204" pitchFamily="34" charset="0"/>
              <a:cs typeface="Arial" panose="020B0604020202020204" pitchFamily="34" charset="0"/>
            </a:endParaRPr>
          </a:p>
          <a:p>
            <a:endParaRPr lang="en-US" sz="3100" dirty="0">
              <a:latin typeface="Arial" panose="020B0604020202020204" pitchFamily="34" charset="0"/>
              <a:cs typeface="Arial" panose="020B0604020202020204" pitchFamily="34" charset="0"/>
            </a:endParaRPr>
          </a:p>
          <a:p>
            <a:endParaRPr lang="en-US" sz="3100" dirty="0">
              <a:latin typeface="Arial" panose="020B0604020202020204" pitchFamily="34" charset="0"/>
              <a:cs typeface="Arial" panose="020B0604020202020204" pitchFamily="34" charset="0"/>
            </a:endParaRPr>
          </a:p>
          <a:p>
            <a:endParaRPr lang="en-US" sz="3100" dirty="0">
              <a:latin typeface="Arial" panose="020B0604020202020204" pitchFamily="34" charset="0"/>
              <a:cs typeface="Arial" panose="020B0604020202020204" pitchFamily="34" charset="0"/>
            </a:endParaRPr>
          </a:p>
        </p:txBody>
      </p:sp>
      <p:sp>
        <p:nvSpPr>
          <p:cNvPr id="22" name="Google Shape;135;p13">
            <a:extLst>
              <a:ext uri="{FF2B5EF4-FFF2-40B4-BE49-F238E27FC236}">
                <a16:creationId xmlns:a16="http://schemas.microsoft.com/office/drawing/2014/main" id="{A36AEE86-062B-D786-5C3D-C2448B394E8C}"/>
              </a:ext>
            </a:extLst>
          </p:cNvPr>
          <p:cNvSpPr txBox="1"/>
          <p:nvPr/>
        </p:nvSpPr>
        <p:spPr>
          <a:xfrm>
            <a:off x="345906" y="5288753"/>
            <a:ext cx="9410217" cy="6366683"/>
          </a:xfrm>
          <a:prstGeom prst="rect">
            <a:avLst/>
          </a:prstGeom>
          <a:solidFill>
            <a:schemeClr val="bg1"/>
          </a:solidFill>
          <a:ln>
            <a:noFill/>
          </a:ln>
        </p:spPr>
        <p:txBody>
          <a:bodyPr spcFirstLastPara="1" wrap="square" lIns="91425" tIns="91425" rIns="91425" bIns="91425" anchor="t" anchorCtr="0">
            <a:noAutofit/>
          </a:bodyPr>
          <a:lstStyle/>
          <a:p>
            <a:r>
              <a:rPr lang="en-US" sz="2950" dirty="0">
                <a:latin typeface="Arial" panose="020B0604020202020204" pitchFamily="34" charset="0"/>
                <a:cs typeface="Arial" panose="020B0604020202020204" pitchFamily="34" charset="0"/>
              </a:rPr>
              <a:t>Skin cancer is one of the most prevalent cancers worldwide, where early and accurate diagnosis is critical for improving patient survival rates [1]. Recent advances in deep learning have enabled automated skin lesion classification with promising performance [3]. However, challenges such as class imbalance and limited data diversity in datasets like HAM10000 often reduce model reliability and generalization [2]. Motivated by the need to enhance diagnostic accuracy and address these limitations, this work focuses on investigating the impact of data balancing strategies and comparing custom and transfer learning models to develop more robust and clinically applicable classification systems.</a:t>
            </a:r>
            <a:endParaRPr sz="2950" dirty="0">
              <a:solidFill>
                <a:schemeClr val="dk1"/>
              </a:solidFill>
              <a:latin typeface="Arial" panose="020B0604020202020204" pitchFamily="34" charset="0"/>
              <a:ea typeface="Calibri"/>
              <a:cs typeface="Arial" panose="020B0604020202020204" pitchFamily="34" charset="0"/>
              <a:sym typeface="Calibri"/>
            </a:endParaRPr>
          </a:p>
        </p:txBody>
      </p:sp>
      <p:sp>
        <p:nvSpPr>
          <p:cNvPr id="23" name="Google Shape;146;p13">
            <a:extLst>
              <a:ext uri="{FF2B5EF4-FFF2-40B4-BE49-F238E27FC236}">
                <a16:creationId xmlns:a16="http://schemas.microsoft.com/office/drawing/2014/main" id="{492BCB84-0ADC-E7F9-A68B-0BB62EE4FE2D}"/>
              </a:ext>
            </a:extLst>
          </p:cNvPr>
          <p:cNvSpPr txBox="1"/>
          <p:nvPr/>
        </p:nvSpPr>
        <p:spPr>
          <a:xfrm>
            <a:off x="315437" y="12647846"/>
            <a:ext cx="9410218" cy="5194337"/>
          </a:xfrm>
          <a:prstGeom prst="rect">
            <a:avLst/>
          </a:prstGeom>
          <a:solidFill>
            <a:schemeClr val="bg1"/>
          </a:solidFill>
          <a:ln>
            <a:noFill/>
          </a:ln>
        </p:spPr>
        <p:txBody>
          <a:bodyPr spcFirstLastPara="1" wrap="square" lIns="91425" tIns="91425" rIns="91425" bIns="91425" anchor="t" anchorCtr="0">
            <a:noAutofit/>
          </a:bodyPr>
          <a:lstStyle/>
          <a:p>
            <a:r>
              <a:rPr lang="en-US" sz="3000" dirty="0">
                <a:latin typeface="Arial" panose="020B0604020202020204" pitchFamily="34" charset="0"/>
                <a:cs typeface="Arial" panose="020B0604020202020204" pitchFamily="34" charset="0"/>
              </a:rPr>
              <a:t>1.The use of custom CNN and transfer learning for multi-class skin lesion classification by implementing these deep learning models</a:t>
            </a:r>
          </a:p>
          <a:p>
            <a:endParaRPr lang="en-US" sz="3000" dirty="0">
              <a:latin typeface="Arial" panose="020B0604020202020204" pitchFamily="34" charset="0"/>
              <a:cs typeface="Arial" panose="020B0604020202020204" pitchFamily="34" charset="0"/>
            </a:endParaRPr>
          </a:p>
          <a:p>
            <a:r>
              <a:rPr lang="en-US" sz="3000" dirty="0">
                <a:latin typeface="Arial" panose="020B0604020202020204" pitchFamily="34" charset="0"/>
                <a:cs typeface="Arial" panose="020B0604020202020204" pitchFamily="34" charset="0"/>
              </a:rPr>
              <a:t>2.Down sampling and data augmentation techniques used to rate the effect of data balancing on the original imbalanced data</a:t>
            </a:r>
          </a:p>
          <a:p>
            <a:endParaRPr lang="en-US" sz="3000" dirty="0">
              <a:latin typeface="Arial" panose="020B0604020202020204" pitchFamily="34" charset="0"/>
              <a:cs typeface="Arial" panose="020B0604020202020204" pitchFamily="34" charset="0"/>
            </a:endParaRPr>
          </a:p>
          <a:p>
            <a:r>
              <a:rPr lang="en-US" sz="3000" dirty="0">
                <a:latin typeface="Arial" panose="020B0604020202020204" pitchFamily="34" charset="0"/>
                <a:cs typeface="Arial" panose="020B0604020202020204" pitchFamily="34" charset="0"/>
              </a:rPr>
              <a:t>3.Using evaluation matrices like accuracy, precision, recall, F1-score, confusion matrix, and ROC-AUC to compare different models' performance.</a:t>
            </a:r>
          </a:p>
          <a:p>
            <a:endParaRPr lang="en-US" sz="3000" dirty="0"/>
          </a:p>
        </p:txBody>
      </p:sp>
      <p:sp>
        <p:nvSpPr>
          <p:cNvPr id="24" name="Text Placeholder 23">
            <a:extLst>
              <a:ext uri="{FF2B5EF4-FFF2-40B4-BE49-F238E27FC236}">
                <a16:creationId xmlns:a16="http://schemas.microsoft.com/office/drawing/2014/main" id="{134339AC-0CCA-DDF9-D2A1-2FE1ED5C93EC}"/>
              </a:ext>
            </a:extLst>
          </p:cNvPr>
          <p:cNvSpPr txBox="1">
            <a:spLocks/>
          </p:cNvSpPr>
          <p:nvPr/>
        </p:nvSpPr>
        <p:spPr>
          <a:xfrm>
            <a:off x="316641" y="11941159"/>
            <a:ext cx="9410218" cy="706687"/>
          </a:xfrm>
          <a:prstGeom prst="rect">
            <a:avLst/>
          </a:prstGeom>
          <a:gradFill>
            <a:gsLst>
              <a:gs pos="6000">
                <a:schemeClr val="accent6">
                  <a:lumMod val="20000"/>
                  <a:lumOff val="80000"/>
                </a:schemeClr>
              </a:gs>
              <a:gs pos="62250">
                <a:srgbClr val="CC99FF"/>
              </a:gs>
              <a:gs pos="41500">
                <a:srgbClr val="CC99FF"/>
              </a:gs>
              <a:gs pos="0">
                <a:srgbClr val="CC99FF"/>
              </a:gs>
              <a:gs pos="83000">
                <a:srgbClr val="CC99FF"/>
              </a:gs>
            </a:gsLst>
            <a:lin ang="16200000" scaled="1"/>
          </a:gradFill>
          <a:ln w="41275">
            <a:noFill/>
          </a:ln>
        </p:spPr>
        <p:txBody>
          <a:bodyPr vert="horz" lIns="365760" tIns="45720" rIns="91440" bIns="45720" rtlCol="0" anchor="ctr">
            <a:noAutofit/>
          </a:bodyPr>
          <a:lstStyle>
            <a:lvl1pPr marL="0" indent="0" algn="ctr" defTabSz="4035991" rtl="0" eaLnBrk="1" latinLnBrk="0" hangingPunct="1">
              <a:lnSpc>
                <a:spcPct val="100000"/>
              </a:lnSpc>
              <a:spcBef>
                <a:spcPts val="0"/>
              </a:spcBef>
              <a:buClr>
                <a:schemeClr val="bg1">
                  <a:lumMod val="65000"/>
                </a:schemeClr>
              </a:buClr>
              <a:buFont typeface="Arial" panose="020B0604020202020204" pitchFamily="34" charset="0"/>
              <a:buNone/>
              <a:defRPr sz="4965" kern="1200" cap="none" baseline="0">
                <a:solidFill>
                  <a:schemeClr val="bg1"/>
                </a:solidFill>
                <a:latin typeface="+mj-lt"/>
                <a:ea typeface="+mn-ea"/>
                <a:cs typeface="+mn-cs"/>
              </a:defRPr>
            </a:lvl1pPr>
            <a:lvl2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2pPr>
            <a:lvl3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3pPr>
            <a:lvl4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4pPr>
            <a:lvl5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5pPr>
            <a:lvl6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6pPr>
            <a:lvl7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7pPr>
            <a:lvl8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8pPr>
            <a:lvl9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9pPr>
          </a:lstStyle>
          <a:p>
            <a:pPr>
              <a:buClr>
                <a:sysClr val="window" lastClr="FFFFFF">
                  <a:lumMod val="65000"/>
                </a:sysClr>
              </a:buClr>
              <a:defRPr/>
            </a:pPr>
            <a:r>
              <a:rPr lang="en-US" sz="3400" b="1" dirty="0">
                <a:solidFill>
                  <a:schemeClr val="tx1"/>
                </a:solidFill>
                <a:latin typeface="Arial" panose="020B0604020202020204" pitchFamily="34" charset="0"/>
                <a:cs typeface="Arial" panose="020B0604020202020204" pitchFamily="34" charset="0"/>
              </a:rPr>
              <a:t>Objectives</a:t>
            </a:r>
          </a:p>
        </p:txBody>
      </p:sp>
      <p:sp>
        <p:nvSpPr>
          <p:cNvPr id="25" name="Text Placeholder 23">
            <a:extLst>
              <a:ext uri="{FF2B5EF4-FFF2-40B4-BE49-F238E27FC236}">
                <a16:creationId xmlns:a16="http://schemas.microsoft.com/office/drawing/2014/main" id="{EE433D49-2B20-FEFC-D6DD-D4FF2B55BEC3}"/>
              </a:ext>
            </a:extLst>
          </p:cNvPr>
          <p:cNvSpPr txBox="1">
            <a:spLocks/>
          </p:cNvSpPr>
          <p:nvPr/>
        </p:nvSpPr>
        <p:spPr>
          <a:xfrm>
            <a:off x="206377" y="17842183"/>
            <a:ext cx="9519278" cy="813089"/>
          </a:xfrm>
          <a:prstGeom prst="rect">
            <a:avLst/>
          </a:prstGeom>
          <a:gradFill>
            <a:gsLst>
              <a:gs pos="6000">
                <a:schemeClr val="accent6">
                  <a:lumMod val="20000"/>
                  <a:lumOff val="80000"/>
                </a:schemeClr>
              </a:gs>
              <a:gs pos="62250">
                <a:srgbClr val="CC99FF"/>
              </a:gs>
              <a:gs pos="41500">
                <a:srgbClr val="CC99FF"/>
              </a:gs>
              <a:gs pos="0">
                <a:srgbClr val="CC99FF"/>
              </a:gs>
              <a:gs pos="83000">
                <a:srgbClr val="CC99FF"/>
              </a:gs>
            </a:gsLst>
            <a:lin ang="16200000" scaled="1"/>
          </a:gradFill>
          <a:ln w="41275">
            <a:noFill/>
          </a:ln>
        </p:spPr>
        <p:txBody>
          <a:bodyPr vert="horz" lIns="365760" tIns="45720" rIns="91440" bIns="45720" rtlCol="0" anchor="ctr">
            <a:noAutofit/>
          </a:bodyPr>
          <a:lstStyle>
            <a:lvl1pPr marL="0" indent="0" algn="ctr" defTabSz="4035991" rtl="0" eaLnBrk="1" latinLnBrk="0" hangingPunct="1">
              <a:lnSpc>
                <a:spcPct val="100000"/>
              </a:lnSpc>
              <a:spcBef>
                <a:spcPts val="0"/>
              </a:spcBef>
              <a:buClr>
                <a:schemeClr val="bg1">
                  <a:lumMod val="65000"/>
                </a:schemeClr>
              </a:buClr>
              <a:buFont typeface="Arial" panose="020B0604020202020204" pitchFamily="34" charset="0"/>
              <a:buNone/>
              <a:defRPr sz="4965" kern="1200" cap="none" baseline="0">
                <a:solidFill>
                  <a:schemeClr val="bg1"/>
                </a:solidFill>
                <a:latin typeface="+mj-lt"/>
                <a:ea typeface="+mn-ea"/>
                <a:cs typeface="+mn-cs"/>
              </a:defRPr>
            </a:lvl1pPr>
            <a:lvl2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2pPr>
            <a:lvl3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3pPr>
            <a:lvl4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4pPr>
            <a:lvl5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5pPr>
            <a:lvl6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6pPr>
            <a:lvl7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7pPr>
            <a:lvl8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8pPr>
            <a:lvl9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9pPr>
          </a:lstStyle>
          <a:p>
            <a:pPr>
              <a:buClr>
                <a:sysClr val="window" lastClr="FFFFFF">
                  <a:lumMod val="65000"/>
                </a:sysClr>
              </a:buClr>
              <a:defRPr/>
            </a:pPr>
            <a:r>
              <a:rPr lang="en-US" sz="3400" b="1" dirty="0">
                <a:solidFill>
                  <a:schemeClr val="tx1"/>
                </a:solidFill>
                <a:latin typeface="Arial" panose="020B0604020202020204" pitchFamily="34" charset="0"/>
                <a:cs typeface="Arial" panose="020B0604020202020204" pitchFamily="34" charset="0"/>
              </a:rPr>
              <a:t>Methodology</a:t>
            </a:r>
          </a:p>
        </p:txBody>
      </p:sp>
      <p:sp>
        <p:nvSpPr>
          <p:cNvPr id="31" name="Google Shape;150;p13">
            <a:extLst>
              <a:ext uri="{FF2B5EF4-FFF2-40B4-BE49-F238E27FC236}">
                <a16:creationId xmlns:a16="http://schemas.microsoft.com/office/drawing/2014/main" id="{9F2B2798-0F67-CF16-61B3-96A2AF310EFF}"/>
              </a:ext>
            </a:extLst>
          </p:cNvPr>
          <p:cNvSpPr txBox="1"/>
          <p:nvPr/>
        </p:nvSpPr>
        <p:spPr>
          <a:xfrm>
            <a:off x="9976949" y="29148365"/>
            <a:ext cx="14779809" cy="2739818"/>
          </a:xfrm>
          <a:prstGeom prst="rect">
            <a:avLst/>
          </a:prstGeom>
          <a:solidFill>
            <a:schemeClr val="bg1"/>
          </a:solidFill>
          <a:ln>
            <a:noFill/>
          </a:ln>
        </p:spPr>
        <p:txBody>
          <a:bodyPr spcFirstLastPara="1" wrap="square" lIns="91425" tIns="91425" rIns="91425" bIns="91425" anchor="t" anchorCtr="0">
            <a:noAutofit/>
          </a:bodyPr>
          <a:lstStyle/>
          <a:p>
            <a:r>
              <a:rPr lang="en-US" sz="2300" dirty="0"/>
              <a:t>[1] A. Al Mahmud </a:t>
            </a:r>
            <a:r>
              <a:rPr lang="en-US" sz="2300" i="1" dirty="0"/>
              <a:t>et al.</a:t>
            </a:r>
            <a:r>
              <a:rPr lang="en-US" sz="2300" dirty="0"/>
              <a:t>, “SkinNet-14: A deep learning framework for accurate skin cancer classification,” </a:t>
            </a:r>
            <a:r>
              <a:rPr lang="en-US" sz="2300" i="1" dirty="0"/>
              <a:t>Neural Computing and Applications</a:t>
            </a:r>
            <a:r>
              <a:rPr lang="en-US" sz="2300" dirty="0"/>
              <a:t>, 2024.  </a:t>
            </a:r>
            <a:r>
              <a:rPr lang="en-US" sz="2300" dirty="0">
                <a:latin typeface="Arial" panose="020B0604020202020204" pitchFamily="34" charset="0"/>
                <a:cs typeface="Arial" panose="020B0604020202020204" pitchFamily="34" charset="0"/>
                <a:hlinkClick r:id="rId4"/>
              </a:rPr>
              <a:t>https://doi.org/10.1007/s00521-024-10225-y</a:t>
            </a:r>
            <a:endParaRPr lang="en-US" sz="2300" dirty="0">
              <a:latin typeface="Arial" panose="020B0604020202020204" pitchFamily="34" charset="0"/>
              <a:cs typeface="Arial" panose="020B0604020202020204" pitchFamily="34" charset="0"/>
            </a:endParaRPr>
          </a:p>
          <a:p>
            <a:r>
              <a:rPr lang="en-US" sz="2300" dirty="0"/>
              <a:t>[2] Z. Y. Abdalla, N. H. Harun, and M. S. Ahmed, “A CNN approach for skin lesion classification using imbalanced dataset with image augmentation,” </a:t>
            </a:r>
            <a:r>
              <a:rPr lang="en-US" sz="2300" i="1" dirty="0"/>
              <a:t>Journal of Computer Science</a:t>
            </a:r>
            <a:r>
              <a:rPr lang="en-US" sz="2300" dirty="0"/>
              <a:t>, 2024. </a:t>
            </a:r>
            <a:r>
              <a:rPr lang="en-US" sz="2300" dirty="0">
                <a:latin typeface="Arial" panose="020B0604020202020204" pitchFamily="34" charset="0"/>
                <a:cs typeface="Arial" panose="020B0604020202020204" pitchFamily="34" charset="0"/>
                <a:hlinkClick r:id="rId5"/>
              </a:rPr>
              <a:t>https://doi.org/10.3844/jcssp.2024.1430.1437</a:t>
            </a:r>
            <a:endParaRPr lang="en-US" sz="2300" dirty="0">
              <a:latin typeface="Arial" panose="020B0604020202020204" pitchFamily="34" charset="0"/>
              <a:cs typeface="Arial" panose="020B0604020202020204" pitchFamily="34" charset="0"/>
            </a:endParaRPr>
          </a:p>
          <a:p>
            <a:r>
              <a:rPr lang="en-US" sz="2300" dirty="0"/>
              <a:t>[3] S. M. Thwin and H.-S. Park, “Skin lesion classification using a deep ensemble model,” </a:t>
            </a:r>
            <a:r>
              <a:rPr lang="en-US" sz="2300" i="1" dirty="0"/>
              <a:t>Applied Sciences</a:t>
            </a:r>
            <a:r>
              <a:rPr lang="en-US" sz="2300" dirty="0"/>
              <a:t>, 2024.</a:t>
            </a:r>
          </a:p>
          <a:p>
            <a:r>
              <a:rPr lang="en-US" sz="2300" dirty="0">
                <a:latin typeface="Arial" panose="020B0604020202020204" pitchFamily="34" charset="0"/>
                <a:cs typeface="Arial" panose="020B0604020202020204" pitchFamily="34" charset="0"/>
                <a:hlinkClick r:id="rId6"/>
              </a:rPr>
              <a:t>https://doi.org/10.3390/app14135599</a:t>
            </a:r>
            <a:endParaRPr lang="en-US" sz="2300" dirty="0">
              <a:latin typeface="Arial" panose="020B0604020202020204" pitchFamily="34" charset="0"/>
              <a:cs typeface="Arial" panose="020B0604020202020204" pitchFamily="34" charset="0"/>
            </a:endParaRPr>
          </a:p>
        </p:txBody>
      </p:sp>
      <p:sp>
        <p:nvSpPr>
          <p:cNvPr id="32" name="Text Placeholder 23">
            <a:extLst>
              <a:ext uri="{FF2B5EF4-FFF2-40B4-BE49-F238E27FC236}">
                <a16:creationId xmlns:a16="http://schemas.microsoft.com/office/drawing/2014/main" id="{4914B9D7-189D-3B4F-F83F-EF61B7A1469F}"/>
              </a:ext>
            </a:extLst>
          </p:cNvPr>
          <p:cNvSpPr txBox="1">
            <a:spLocks/>
          </p:cNvSpPr>
          <p:nvPr/>
        </p:nvSpPr>
        <p:spPr>
          <a:xfrm>
            <a:off x="9976945" y="27614700"/>
            <a:ext cx="14790898" cy="1533669"/>
          </a:xfrm>
          <a:prstGeom prst="rect">
            <a:avLst/>
          </a:prstGeom>
          <a:gradFill>
            <a:gsLst>
              <a:gs pos="6000">
                <a:schemeClr val="accent6">
                  <a:lumMod val="20000"/>
                  <a:lumOff val="80000"/>
                </a:schemeClr>
              </a:gs>
              <a:gs pos="62250">
                <a:srgbClr val="CC99FF"/>
              </a:gs>
              <a:gs pos="41500">
                <a:srgbClr val="CC99FF"/>
              </a:gs>
              <a:gs pos="0">
                <a:srgbClr val="CC99FF"/>
              </a:gs>
              <a:gs pos="83000">
                <a:srgbClr val="CC99FF"/>
              </a:gs>
            </a:gsLst>
            <a:lin ang="16200000" scaled="1"/>
          </a:gradFill>
        </p:spPr>
        <p:txBody>
          <a:bodyPr vert="horz" lIns="365760" tIns="45720" rIns="91440" bIns="45720" rtlCol="0" anchor="ctr">
            <a:noAutofit/>
          </a:bodyPr>
          <a:lstStyle>
            <a:lvl1pPr marL="0" indent="0" algn="ctr" defTabSz="4035991" rtl="0" eaLnBrk="1" latinLnBrk="0" hangingPunct="1">
              <a:lnSpc>
                <a:spcPct val="100000"/>
              </a:lnSpc>
              <a:spcBef>
                <a:spcPts val="0"/>
              </a:spcBef>
              <a:buClr>
                <a:schemeClr val="bg1">
                  <a:lumMod val="65000"/>
                </a:schemeClr>
              </a:buClr>
              <a:buFont typeface="Arial" panose="020B0604020202020204" pitchFamily="34" charset="0"/>
              <a:buNone/>
              <a:defRPr sz="4965" kern="1200" cap="none" baseline="0">
                <a:solidFill>
                  <a:schemeClr val="bg1"/>
                </a:solidFill>
                <a:latin typeface="+mj-lt"/>
                <a:ea typeface="+mn-ea"/>
                <a:cs typeface="+mn-cs"/>
              </a:defRPr>
            </a:lvl1pPr>
            <a:lvl2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2pPr>
            <a:lvl3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3pPr>
            <a:lvl4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4pPr>
            <a:lvl5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5pPr>
            <a:lvl6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6pPr>
            <a:lvl7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7pPr>
            <a:lvl8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8pPr>
            <a:lvl9pPr marL="0" indent="0" algn="l" defTabSz="4035991" rtl="0" eaLnBrk="1" latinLnBrk="0" hangingPunct="1">
              <a:lnSpc>
                <a:spcPct val="100000"/>
              </a:lnSpc>
              <a:spcBef>
                <a:spcPts val="0"/>
              </a:spcBef>
              <a:buClr>
                <a:schemeClr val="bg1">
                  <a:lumMod val="65000"/>
                </a:schemeClr>
              </a:buClr>
              <a:buFont typeface="Arial" panose="020B0604020202020204" pitchFamily="34" charset="0"/>
              <a:buNone/>
              <a:defRPr sz="5517" kern="1200" cap="all" baseline="0">
                <a:solidFill>
                  <a:schemeClr val="bg1"/>
                </a:solidFill>
                <a:latin typeface="+mj-lt"/>
                <a:ea typeface="+mn-ea"/>
                <a:cs typeface="+mn-cs"/>
              </a:defRPr>
            </a:lvl9pPr>
          </a:lstStyle>
          <a:p>
            <a:pPr>
              <a:buClr>
                <a:sysClr val="window" lastClr="FFFFFF">
                  <a:lumMod val="65000"/>
                </a:sysClr>
              </a:buClr>
              <a:defRPr/>
            </a:pPr>
            <a:r>
              <a:rPr lang="en-US" sz="3400" b="1" dirty="0">
                <a:ln w="0"/>
                <a:solidFill>
                  <a:schemeClr val="tx1">
                    <a:lumMod val="95000"/>
                    <a:lumOff val="5000"/>
                  </a:schemeClr>
                </a:solidFill>
                <a:latin typeface="Arial" panose="020B0604020202020204" pitchFamily="34" charset="0"/>
                <a:cs typeface="Arial" panose="020B0604020202020204" pitchFamily="34" charset="0"/>
              </a:rPr>
              <a:t>References</a:t>
            </a:r>
            <a:endParaRPr lang="en-US" sz="3400" b="1"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207A1F0-3491-098B-D28E-23AA8842C92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065545" y="5288753"/>
            <a:ext cx="14734675" cy="11993408"/>
          </a:xfrm>
          <a:prstGeom prst="rect">
            <a:avLst/>
          </a:prstGeom>
        </p:spPr>
      </p:pic>
      <p:pic>
        <p:nvPicPr>
          <p:cNvPr id="12" name="Picture 11">
            <a:extLst>
              <a:ext uri="{FF2B5EF4-FFF2-40B4-BE49-F238E27FC236}">
                <a16:creationId xmlns:a16="http://schemas.microsoft.com/office/drawing/2014/main" id="{B64AC503-D001-4F47-25B8-18BA41F60C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98410" y="18704967"/>
            <a:ext cx="14658348" cy="8405567"/>
          </a:xfrm>
          <a:prstGeom prst="rect">
            <a:avLst/>
          </a:prstGeom>
        </p:spPr>
      </p:pic>
      <p:pic>
        <p:nvPicPr>
          <p:cNvPr id="17" name="Picture 16">
            <a:extLst>
              <a:ext uri="{FF2B5EF4-FFF2-40B4-BE49-F238E27FC236}">
                <a16:creationId xmlns:a16="http://schemas.microsoft.com/office/drawing/2014/main" id="{0F95C66A-0F46-9F58-1301-23BD6368AAF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69419" y="28580862"/>
            <a:ext cx="9456235" cy="330732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737</TotalTime>
  <Words>501</Words>
  <Application>Microsoft Office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70x100 cm vertical poster template</dc:title>
  <dc:creator>Ethan Shulda;www.postersession.com</dc:creator>
  <cp:keywords>www.postersession.com</cp:keywords>
  <dc:description>©MegaPrint Inc. 2009-2015</dc:description>
  <cp:lastModifiedBy>salma khaled</cp:lastModifiedBy>
  <cp:revision>68</cp:revision>
  <dcterms:created xsi:type="dcterms:W3CDTF">2008-12-04T00:20:37Z</dcterms:created>
  <dcterms:modified xsi:type="dcterms:W3CDTF">2026-03-27T14:44:41Z</dcterms:modified>
</cp:coreProperties>
</file>